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5" r:id="rId4"/>
    <p:sldId id="271" r:id="rId5"/>
    <p:sldId id="277" r:id="rId6"/>
    <p:sldId id="281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77EB"/>
    <a:srgbClr val="8B9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BCC52F-6D2A-4C2E-841F-EC74AA746765}" v="15" dt="2026-01-05T09:02:32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86483" autoAdjust="0"/>
  </p:normalViewPr>
  <p:slideViewPr>
    <p:cSldViewPr snapToGrid="0" showGuides="1">
      <p:cViewPr varScale="1">
        <p:scale>
          <a:sx n="101" d="100"/>
          <a:sy n="101" d="100"/>
        </p:scale>
        <p:origin x="88" y="408"/>
      </p:cViewPr>
      <p:guideLst>
        <p:guide pos="416"/>
        <p:guide pos="7256"/>
        <p:guide orient="horz" pos="648"/>
        <p:guide orient="horz" pos="712"/>
        <p:guide orient="horz" pos="3929"/>
        <p:guide orient="horz" pos="3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a Misono" userId="4ec03e660e9ae038" providerId="LiveId" clId="{9DFE271B-DE2A-4084-8EB9-ACBCA10FC33F}"/>
    <pc:docChg chg="undo custSel modSld">
      <pc:chgData name="Mika Misono" userId="4ec03e660e9ae038" providerId="LiveId" clId="{9DFE271B-DE2A-4084-8EB9-ACBCA10FC33F}" dt="2026-01-05T17:51:54.893" v="229" actId="478"/>
      <pc:docMkLst>
        <pc:docMk/>
      </pc:docMkLst>
      <pc:sldChg chg="addSp delSp modSp mod">
        <pc:chgData name="Mika Misono" userId="4ec03e660e9ae038" providerId="LiveId" clId="{9DFE271B-DE2A-4084-8EB9-ACBCA10FC33F}" dt="2026-01-05T09:23:54.805" v="209" actId="478"/>
        <pc:sldMkLst>
          <pc:docMk/>
          <pc:sldMk cId="0" sldId="256"/>
        </pc:sldMkLst>
        <pc:spChg chg="add del mod">
          <ac:chgData name="Mika Misono" userId="4ec03e660e9ae038" providerId="LiveId" clId="{9DFE271B-DE2A-4084-8EB9-ACBCA10FC33F}" dt="2026-01-05T09:23:54.805" v="209" actId="478"/>
          <ac:spMkLst>
            <pc:docMk/>
            <pc:sldMk cId="0" sldId="256"/>
            <ac:spMk id="6" creationId="{35442631-396D-14DE-89ED-231A1FB5A8EF}"/>
          </ac:spMkLst>
        </pc:spChg>
        <pc:spChg chg="del">
          <ac:chgData name="Mika Misono" userId="4ec03e660e9ae038" providerId="LiveId" clId="{9DFE271B-DE2A-4084-8EB9-ACBCA10FC33F}" dt="2026-01-05T09:23:51.372" v="208" actId="478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Mika Misono" userId="4ec03e660e9ae038" providerId="LiveId" clId="{9DFE271B-DE2A-4084-8EB9-ACBCA10FC33F}" dt="2026-01-05T17:51:18.379" v="227" actId="20577"/>
        <pc:sldMkLst>
          <pc:docMk/>
          <pc:sldMk cId="0" sldId="260"/>
        </pc:sldMkLst>
        <pc:spChg chg="mod">
          <ac:chgData name="Mika Misono" userId="4ec03e660e9ae038" providerId="LiveId" clId="{9DFE271B-DE2A-4084-8EB9-ACBCA10FC33F}" dt="2026-01-05T09:02:43.737" v="205" actId="1076"/>
          <ac:spMkLst>
            <pc:docMk/>
            <pc:sldMk cId="0" sldId="260"/>
            <ac:spMk id="5" creationId="{26E05193-7CBA-1F69-F7EC-E3764F7703DD}"/>
          </ac:spMkLst>
        </pc:spChg>
        <pc:spChg chg="mod">
          <ac:chgData name="Mika Misono" userId="4ec03e660e9ae038" providerId="LiveId" clId="{9DFE271B-DE2A-4084-8EB9-ACBCA10FC33F}" dt="2026-01-05T09:03:12.420" v="206" actId="1076"/>
          <ac:spMkLst>
            <pc:docMk/>
            <pc:sldMk cId="0" sldId="260"/>
            <ac:spMk id="22" creationId="{02267DB2-0A50-A05B-07F2-2084518E11A8}"/>
          </ac:spMkLst>
        </pc:spChg>
        <pc:spChg chg="mod">
          <ac:chgData name="Mika Misono" userId="4ec03e660e9ae038" providerId="LiveId" clId="{9DFE271B-DE2A-4084-8EB9-ACBCA10FC33F}" dt="2026-01-05T17:51:18.379" v="227" actId="20577"/>
          <ac:spMkLst>
            <pc:docMk/>
            <pc:sldMk cId="0" sldId="260"/>
            <ac:spMk id="23" creationId="{1569EFE3-B910-F5AB-146D-44AEC6851EB6}"/>
          </ac:spMkLst>
        </pc:spChg>
        <pc:spChg chg="mod">
          <ac:chgData name="Mika Misono" userId="4ec03e660e9ae038" providerId="LiveId" clId="{9DFE271B-DE2A-4084-8EB9-ACBCA10FC33F}" dt="2026-01-05T09:03:16.400" v="207" actId="1076"/>
          <ac:spMkLst>
            <pc:docMk/>
            <pc:sldMk cId="0" sldId="260"/>
            <ac:spMk id="26" creationId="{7968E277-1B56-6DD4-BB64-87F38E8BDFBF}"/>
          </ac:spMkLst>
        </pc:spChg>
      </pc:sldChg>
      <pc:sldChg chg="modSp mod">
        <pc:chgData name="Mika Misono" userId="4ec03e660e9ae038" providerId="LiveId" clId="{9DFE271B-DE2A-4084-8EB9-ACBCA10FC33F}" dt="2026-01-05T08:56:56.326" v="164" actId="20577"/>
        <pc:sldMkLst>
          <pc:docMk/>
          <pc:sldMk cId="0" sldId="265"/>
        </pc:sldMkLst>
        <pc:spChg chg="mod">
          <ac:chgData name="Mika Misono" userId="4ec03e660e9ae038" providerId="LiveId" clId="{9DFE271B-DE2A-4084-8EB9-ACBCA10FC33F}" dt="2026-01-05T08:56:56.326" v="164" actId="20577"/>
          <ac:spMkLst>
            <pc:docMk/>
            <pc:sldMk cId="0" sldId="265"/>
            <ac:spMk id="34" creationId="{0B0A8B4C-2685-DB1E-AA01-96CF6ADA9358}"/>
          </ac:spMkLst>
        </pc:spChg>
      </pc:sldChg>
      <pc:sldChg chg="addSp modSp mod">
        <pc:chgData name="Mika Misono" userId="4ec03e660e9ae038" providerId="LiveId" clId="{9DFE271B-DE2A-4084-8EB9-ACBCA10FC33F}" dt="2026-01-05T08:57:39.177" v="179" actId="14100"/>
        <pc:sldMkLst>
          <pc:docMk/>
          <pc:sldMk cId="0" sldId="271"/>
        </pc:sldMkLst>
        <pc:spChg chg="add mod">
          <ac:chgData name="Mika Misono" userId="4ec03e660e9ae038" providerId="LiveId" clId="{9DFE271B-DE2A-4084-8EB9-ACBCA10FC33F}" dt="2026-01-05T08:57:39.177" v="179" actId="14100"/>
          <ac:spMkLst>
            <pc:docMk/>
            <pc:sldMk cId="0" sldId="271"/>
            <ac:spMk id="3" creationId="{5AAC8314-AA20-3919-8002-7A52402AA172}"/>
          </ac:spMkLst>
        </pc:spChg>
      </pc:sldChg>
      <pc:sldChg chg="addSp delSp modSp mod">
        <pc:chgData name="Mika Misono" userId="4ec03e660e9ae038" providerId="LiveId" clId="{9DFE271B-DE2A-4084-8EB9-ACBCA10FC33F}" dt="2026-01-05T17:51:54.893" v="229" actId="478"/>
        <pc:sldMkLst>
          <pc:docMk/>
          <pc:sldMk cId="0" sldId="281"/>
        </pc:sldMkLst>
        <pc:spChg chg="add del mod">
          <ac:chgData name="Mika Misono" userId="4ec03e660e9ae038" providerId="LiveId" clId="{9DFE271B-DE2A-4084-8EB9-ACBCA10FC33F}" dt="2026-01-05T17:51:54.893" v="229" actId="478"/>
          <ac:spMkLst>
            <pc:docMk/>
            <pc:sldMk cId="0" sldId="281"/>
            <ac:spMk id="3" creationId="{177F0187-BC24-0563-BAB7-588742D4E836}"/>
          </ac:spMkLst>
        </pc:spChg>
        <pc:spChg chg="add del mod">
          <ac:chgData name="Mika Misono" userId="4ec03e660e9ae038" providerId="LiveId" clId="{9DFE271B-DE2A-4084-8EB9-ACBCA10FC33F}" dt="2026-01-05T09:24:00.880" v="211" actId="478"/>
          <ac:spMkLst>
            <pc:docMk/>
            <pc:sldMk cId="0" sldId="281"/>
            <ac:spMk id="3" creationId="{A32A4990-809B-4F17-E98D-0469778351B7}"/>
          </ac:spMkLst>
        </pc:spChg>
        <pc:spChg chg="del">
          <ac:chgData name="Mika Misono" userId="4ec03e660e9ae038" providerId="LiveId" clId="{9DFE271B-DE2A-4084-8EB9-ACBCA10FC33F}" dt="2026-01-05T09:23:57.933" v="210" actId="478"/>
          <ac:spMkLst>
            <pc:docMk/>
            <pc:sldMk cId="0" sldId="281"/>
            <ac:spMk id="4" creationId="{00000000-0000-0000-0000-000000000000}"/>
          </ac:spMkLst>
        </pc:spChg>
        <pc:spChg chg="del">
          <ac:chgData name="Mika Misono" userId="4ec03e660e9ae038" providerId="LiveId" clId="{9DFE271B-DE2A-4084-8EB9-ACBCA10FC33F}" dt="2026-01-05T17:51:53.165" v="228" actId="478"/>
          <ac:spMkLst>
            <pc:docMk/>
            <pc:sldMk cId="0" sldId="281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任意多边形: 形状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-9259" b="-925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" y="0"/>
              <a:ext cx="8343901" cy="6671847"/>
            </a:xfrm>
            <a:custGeom>
              <a:avLst/>
              <a:gdLst>
                <a:gd name="connsiteX0" fmla="*/ 0 w 8343901"/>
                <a:gd name="connsiteY0" fmla="*/ 0 h 6671847"/>
                <a:gd name="connsiteX1" fmla="*/ 8013594 w 8343901"/>
                <a:gd name="connsiteY1" fmla="*/ 0 h 6671847"/>
                <a:gd name="connsiteX2" fmla="*/ 8123065 w 8343901"/>
                <a:gd name="connsiteY2" fmla="*/ 299097 h 6671847"/>
                <a:gd name="connsiteX3" fmla="*/ 8343901 w 8343901"/>
                <a:gd name="connsiteY3" fmla="*/ 1759792 h 6671847"/>
                <a:gd name="connsiteX4" fmla="*/ 3431846 w 8343901"/>
                <a:gd name="connsiteY4" fmla="*/ 6671847 h 6671847"/>
                <a:gd name="connsiteX5" fmla="*/ 129091 w 8343901"/>
                <a:gd name="connsiteY5" fmla="*/ 5395784 h 6671847"/>
                <a:gd name="connsiteX6" fmla="*/ 0 w 8343901"/>
                <a:gd name="connsiteY6" fmla="*/ 5271231 h 6671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3901" h="6671847">
                  <a:moveTo>
                    <a:pt x="0" y="0"/>
                  </a:moveTo>
                  <a:lnTo>
                    <a:pt x="8013594" y="0"/>
                  </a:lnTo>
                  <a:lnTo>
                    <a:pt x="8123065" y="299097"/>
                  </a:lnTo>
                  <a:cubicBezTo>
                    <a:pt x="8266586" y="760529"/>
                    <a:pt x="8343901" y="1251132"/>
                    <a:pt x="8343901" y="1759792"/>
                  </a:cubicBezTo>
                  <a:cubicBezTo>
                    <a:pt x="8343901" y="4472645"/>
                    <a:pt x="6144699" y="6671847"/>
                    <a:pt x="3431846" y="6671847"/>
                  </a:cubicBezTo>
                  <a:cubicBezTo>
                    <a:pt x="2160196" y="6671847"/>
                    <a:pt x="1001409" y="6188624"/>
                    <a:pt x="129091" y="5395784"/>
                  </a:cubicBezTo>
                  <a:lnTo>
                    <a:pt x="0" y="527123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90000"/>
                  </a:schemeClr>
                </a:gs>
                <a:gs pos="70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6989088" y="4345547"/>
              <a:ext cx="843642" cy="843642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  <a:alpha val="51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660397" y="702902"/>
              <a:ext cx="523421" cy="523421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  <a:alpha val="51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1063068" y="0"/>
              <a:ext cx="1128932" cy="1226324"/>
            </a:xfrm>
            <a:custGeom>
              <a:avLst/>
              <a:gdLst>
                <a:gd name="connsiteX0" fmla="*/ 168376 w 1128932"/>
                <a:gd name="connsiteY0" fmla="*/ 0 h 1226324"/>
                <a:gd name="connsiteX1" fmla="*/ 1128932 w 1128932"/>
                <a:gd name="connsiteY1" fmla="*/ 0 h 1226324"/>
                <a:gd name="connsiteX2" fmla="*/ 1128932 w 1128932"/>
                <a:gd name="connsiteY2" fmla="*/ 1124242 h 1226324"/>
                <a:gd name="connsiteX3" fmla="*/ 1050321 w 1128932"/>
                <a:gd name="connsiteY3" fmla="*/ 1166911 h 1226324"/>
                <a:gd name="connsiteX4" fmla="*/ 756037 w 1128932"/>
                <a:gd name="connsiteY4" fmla="*/ 1226324 h 1226324"/>
                <a:gd name="connsiteX5" fmla="*/ 0 w 1128932"/>
                <a:gd name="connsiteY5" fmla="*/ 470287 h 1226324"/>
                <a:gd name="connsiteX6" fmla="*/ 129119 w 1128932"/>
                <a:gd name="connsiteY6" fmla="*/ 47580 h 1226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8932" h="1226324">
                  <a:moveTo>
                    <a:pt x="168376" y="0"/>
                  </a:moveTo>
                  <a:lnTo>
                    <a:pt x="1128932" y="0"/>
                  </a:lnTo>
                  <a:lnTo>
                    <a:pt x="1128932" y="1124242"/>
                  </a:lnTo>
                  <a:lnTo>
                    <a:pt x="1050321" y="1166911"/>
                  </a:lnTo>
                  <a:cubicBezTo>
                    <a:pt x="959870" y="1205169"/>
                    <a:pt x="860424" y="1226324"/>
                    <a:pt x="756037" y="1226324"/>
                  </a:cubicBezTo>
                  <a:cubicBezTo>
                    <a:pt x="338489" y="1226324"/>
                    <a:pt x="0" y="887835"/>
                    <a:pt x="0" y="470287"/>
                  </a:cubicBezTo>
                  <a:cubicBezTo>
                    <a:pt x="0" y="313707"/>
                    <a:pt x="47600" y="168244"/>
                    <a:pt x="129119" y="4758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  <a:alpha val="51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399" y="1317624"/>
            <a:ext cx="7172331" cy="2024333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9" y="3573193"/>
            <a:ext cx="7172331" cy="64335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7" y="4628869"/>
            <a:ext cx="581752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4997169"/>
            <a:ext cx="581752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357063" y="865383"/>
            <a:ext cx="3628873" cy="120778"/>
            <a:chOff x="5054111" y="5103198"/>
            <a:chExt cx="3628873" cy="120778"/>
          </a:xfrm>
        </p:grpSpPr>
        <p:grpSp>
          <p:nvGrpSpPr>
            <p:cNvPr id="3" name="组合 2"/>
            <p:cNvGrpSpPr>
              <a:grpSpLocks/>
            </p:cNvGrpSpPr>
            <p:nvPr/>
          </p:nvGrpSpPr>
          <p:grpSpPr>
            <a:xfrm>
              <a:off x="5054111" y="5103198"/>
              <a:ext cx="333232" cy="120778"/>
              <a:chOff x="1643828" y="4429764"/>
              <a:chExt cx="407290" cy="252128"/>
            </a:xfrm>
          </p:grpSpPr>
          <p:sp>
            <p:nvSpPr>
              <p:cNvPr id="10" name="箭头: V 形 9"/>
              <p:cNvSpPr/>
              <p:nvPr/>
            </p:nvSpPr>
            <p:spPr>
              <a:xfrm>
                <a:off x="1903499" y="4429764"/>
                <a:ext cx="147619" cy="252128"/>
              </a:xfrm>
              <a:prstGeom prst="chevron">
                <a:avLst/>
              </a:prstGeom>
              <a:solidFill>
                <a:schemeClr val="l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箭头: V 形 10"/>
              <p:cNvSpPr/>
              <p:nvPr/>
            </p:nvSpPr>
            <p:spPr>
              <a:xfrm flipH="1">
                <a:off x="1643828" y="4429764"/>
                <a:ext cx="147619" cy="252128"/>
              </a:xfrm>
              <a:prstGeom prst="chevron">
                <a:avLst/>
              </a:prstGeom>
              <a:solidFill>
                <a:schemeClr val="lt1">
                  <a:lumMod val="10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" name="直接连接符 7"/>
            <p:cNvCxnSpPr>
              <a:cxnSpLocks/>
            </p:cNvCxnSpPr>
            <p:nvPr/>
          </p:nvCxnSpPr>
          <p:spPr>
            <a:xfrm>
              <a:off x="5459901" y="5163587"/>
              <a:ext cx="3223083" cy="0"/>
            </a:xfrm>
            <a:prstGeom prst="line">
              <a:avLst/>
            </a:prstGeom>
            <a:ln>
              <a:solidFill>
                <a:schemeClr val="lt1">
                  <a:lumMod val="10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1130300"/>
            <a:ext cx="2449091" cy="1673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1600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05438" y="1130300"/>
            <a:ext cx="9686561" cy="1673853"/>
          </a:xfrm>
          <a:prstGeom prst="rect">
            <a:avLst/>
          </a:prstGeom>
          <a:blipFill>
            <a:blip r:embed="rId2"/>
            <a:srcRect/>
            <a:stretch>
              <a:fillRect t="-142899" b="-142899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51301" y="1215367"/>
            <a:ext cx="1606888" cy="1503720"/>
          </a:xfrm>
          <a:prstGeom prst="rect">
            <a:avLst/>
          </a:prstGeom>
          <a:noFill/>
        </p:spPr>
        <p:txBody>
          <a:bodyPr anchor="b" anchorCtr="0">
            <a:normAutofit/>
          </a:bodyPr>
          <a:lstStyle>
            <a:lvl1pPr algn="r">
              <a:defRPr sz="28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743200" y="3023118"/>
            <a:ext cx="8775687" cy="3110982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2505438" y="3023118"/>
            <a:ext cx="0" cy="3110982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1397171" y="5089886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>
          <a:gsLst>
            <a:gs pos="0">
              <a:schemeClr val="accent1">
                <a:alpha val="50000"/>
              </a:schemeClr>
            </a:gs>
            <a:gs pos="100000">
              <a:schemeClr val="accent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H="1">
            <a:off x="488951" y="0"/>
            <a:ext cx="11703049" cy="6858000"/>
            <a:chOff x="0" y="0"/>
            <a:chExt cx="11703049" cy="6858000"/>
          </a:xfrm>
        </p:grpSpPr>
        <p:sp>
          <p:nvSpPr>
            <p:cNvPr id="3" name="任意多边形: 形状 2"/>
            <p:cNvSpPr/>
            <p:nvPr/>
          </p:nvSpPr>
          <p:spPr>
            <a:xfrm>
              <a:off x="1462753" y="3467365"/>
              <a:ext cx="5367701" cy="3390635"/>
            </a:xfrm>
            <a:custGeom>
              <a:avLst/>
              <a:gdLst>
                <a:gd name="connsiteX0" fmla="*/ 2330643 w 7488728"/>
                <a:gd name="connsiteY0" fmla="*/ 0 h 6858000"/>
                <a:gd name="connsiteX1" fmla="*/ 5158086 w 7488728"/>
                <a:gd name="connsiteY1" fmla="*/ 0 h 6858000"/>
                <a:gd name="connsiteX2" fmla="*/ 5201840 w 7488728"/>
                <a:gd name="connsiteY2" fmla="*/ 17252 h 6858000"/>
                <a:gd name="connsiteX3" fmla="*/ 7488728 w 7488728"/>
                <a:gd name="connsiteY3" fmla="*/ 3467365 h 6858000"/>
                <a:gd name="connsiteX4" fmla="*/ 5367701 w 7488728"/>
                <a:gd name="connsiteY4" fmla="*/ 6842494 h 6858000"/>
                <a:gd name="connsiteX5" fmla="*/ 5333402 w 7488728"/>
                <a:gd name="connsiteY5" fmla="*/ 6858000 h 6858000"/>
                <a:gd name="connsiteX6" fmla="*/ 2155326 w 7488728"/>
                <a:gd name="connsiteY6" fmla="*/ 6858000 h 6858000"/>
                <a:gd name="connsiteX7" fmla="*/ 2121028 w 7488728"/>
                <a:gd name="connsiteY7" fmla="*/ 6842494 h 6858000"/>
                <a:gd name="connsiteX8" fmla="*/ 0 w 7488728"/>
                <a:gd name="connsiteY8" fmla="*/ 3467365 h 6858000"/>
                <a:gd name="connsiteX9" fmla="*/ 2286889 w 7488728"/>
                <a:gd name="connsiteY9" fmla="*/ 17252 h 6858000"/>
                <a:gd name="connsiteX0" fmla="*/ 2286889 w 7488728"/>
                <a:gd name="connsiteY0" fmla="*/ 17252 h 6858000"/>
                <a:gd name="connsiteX1" fmla="*/ 5158086 w 7488728"/>
                <a:gd name="connsiteY1" fmla="*/ 0 h 6858000"/>
                <a:gd name="connsiteX2" fmla="*/ 5201840 w 7488728"/>
                <a:gd name="connsiteY2" fmla="*/ 17252 h 6858000"/>
                <a:gd name="connsiteX3" fmla="*/ 7488728 w 7488728"/>
                <a:gd name="connsiteY3" fmla="*/ 3467365 h 6858000"/>
                <a:gd name="connsiteX4" fmla="*/ 5367701 w 7488728"/>
                <a:gd name="connsiteY4" fmla="*/ 6842494 h 6858000"/>
                <a:gd name="connsiteX5" fmla="*/ 5333402 w 7488728"/>
                <a:gd name="connsiteY5" fmla="*/ 6858000 h 6858000"/>
                <a:gd name="connsiteX6" fmla="*/ 2155326 w 7488728"/>
                <a:gd name="connsiteY6" fmla="*/ 6858000 h 6858000"/>
                <a:gd name="connsiteX7" fmla="*/ 2121028 w 7488728"/>
                <a:gd name="connsiteY7" fmla="*/ 6842494 h 6858000"/>
                <a:gd name="connsiteX8" fmla="*/ 0 w 7488728"/>
                <a:gd name="connsiteY8" fmla="*/ 3467365 h 6858000"/>
                <a:gd name="connsiteX9" fmla="*/ 2286889 w 7488728"/>
                <a:gd name="connsiteY9" fmla="*/ 17252 h 6858000"/>
                <a:gd name="connsiteX0" fmla="*/ 2286889 w 7488728"/>
                <a:gd name="connsiteY0" fmla="*/ 17252 h 6858000"/>
                <a:gd name="connsiteX1" fmla="*/ 5158086 w 7488728"/>
                <a:gd name="connsiteY1" fmla="*/ 0 h 6858000"/>
                <a:gd name="connsiteX2" fmla="*/ 7488728 w 7488728"/>
                <a:gd name="connsiteY2" fmla="*/ 3467365 h 6858000"/>
                <a:gd name="connsiteX3" fmla="*/ 5367701 w 7488728"/>
                <a:gd name="connsiteY3" fmla="*/ 6842494 h 6858000"/>
                <a:gd name="connsiteX4" fmla="*/ 5333402 w 7488728"/>
                <a:gd name="connsiteY4" fmla="*/ 6858000 h 6858000"/>
                <a:gd name="connsiteX5" fmla="*/ 2155326 w 7488728"/>
                <a:gd name="connsiteY5" fmla="*/ 6858000 h 6858000"/>
                <a:gd name="connsiteX6" fmla="*/ 2121028 w 7488728"/>
                <a:gd name="connsiteY6" fmla="*/ 6842494 h 6858000"/>
                <a:gd name="connsiteX7" fmla="*/ 0 w 7488728"/>
                <a:gd name="connsiteY7" fmla="*/ 3467365 h 6858000"/>
                <a:gd name="connsiteX8" fmla="*/ 2286889 w 7488728"/>
                <a:gd name="connsiteY8" fmla="*/ 17252 h 6858000"/>
                <a:gd name="connsiteX0" fmla="*/ 0 w 7488728"/>
                <a:gd name="connsiteY0" fmla="*/ 3467365 h 6858000"/>
                <a:gd name="connsiteX1" fmla="*/ 5158086 w 7488728"/>
                <a:gd name="connsiteY1" fmla="*/ 0 h 6858000"/>
                <a:gd name="connsiteX2" fmla="*/ 7488728 w 7488728"/>
                <a:gd name="connsiteY2" fmla="*/ 3467365 h 6858000"/>
                <a:gd name="connsiteX3" fmla="*/ 5367701 w 7488728"/>
                <a:gd name="connsiteY3" fmla="*/ 6842494 h 6858000"/>
                <a:gd name="connsiteX4" fmla="*/ 5333402 w 7488728"/>
                <a:gd name="connsiteY4" fmla="*/ 6858000 h 6858000"/>
                <a:gd name="connsiteX5" fmla="*/ 2155326 w 7488728"/>
                <a:gd name="connsiteY5" fmla="*/ 6858000 h 6858000"/>
                <a:gd name="connsiteX6" fmla="*/ 2121028 w 7488728"/>
                <a:gd name="connsiteY6" fmla="*/ 6842494 h 6858000"/>
                <a:gd name="connsiteX7" fmla="*/ 0 w 7488728"/>
                <a:gd name="connsiteY7" fmla="*/ 3467365 h 6858000"/>
                <a:gd name="connsiteX0" fmla="*/ 0 w 7732774"/>
                <a:gd name="connsiteY0" fmla="*/ 421891 h 3812526"/>
                <a:gd name="connsiteX1" fmla="*/ 7488728 w 7732774"/>
                <a:gd name="connsiteY1" fmla="*/ 421891 h 3812526"/>
                <a:gd name="connsiteX2" fmla="*/ 5367701 w 7732774"/>
                <a:gd name="connsiteY2" fmla="*/ 3797020 h 3812526"/>
                <a:gd name="connsiteX3" fmla="*/ 5333402 w 7732774"/>
                <a:gd name="connsiteY3" fmla="*/ 3812526 h 3812526"/>
                <a:gd name="connsiteX4" fmla="*/ 2155326 w 7732774"/>
                <a:gd name="connsiteY4" fmla="*/ 3812526 h 3812526"/>
                <a:gd name="connsiteX5" fmla="*/ 2121028 w 7732774"/>
                <a:gd name="connsiteY5" fmla="*/ 3797020 h 3812526"/>
                <a:gd name="connsiteX6" fmla="*/ 0 w 7732774"/>
                <a:gd name="connsiteY6" fmla="*/ 421891 h 3812526"/>
                <a:gd name="connsiteX0" fmla="*/ 0 w 5367701"/>
                <a:gd name="connsiteY0" fmla="*/ 0 h 3390635"/>
                <a:gd name="connsiteX1" fmla="*/ 5367701 w 5367701"/>
                <a:gd name="connsiteY1" fmla="*/ 3375129 h 3390635"/>
                <a:gd name="connsiteX2" fmla="*/ 5333402 w 5367701"/>
                <a:gd name="connsiteY2" fmla="*/ 3390635 h 3390635"/>
                <a:gd name="connsiteX3" fmla="*/ 2155326 w 5367701"/>
                <a:gd name="connsiteY3" fmla="*/ 3390635 h 3390635"/>
                <a:gd name="connsiteX4" fmla="*/ 2121028 w 5367701"/>
                <a:gd name="connsiteY4" fmla="*/ 3375129 h 3390635"/>
                <a:gd name="connsiteX5" fmla="*/ 0 w 5367701"/>
                <a:gd name="connsiteY5" fmla="*/ 0 h 3390635"/>
                <a:gd name="connsiteX0" fmla="*/ 0 w 5367701"/>
                <a:gd name="connsiteY0" fmla="*/ 0 h 3390635"/>
                <a:gd name="connsiteX1" fmla="*/ 5367701 w 5367701"/>
                <a:gd name="connsiteY1" fmla="*/ 3375129 h 3390635"/>
                <a:gd name="connsiteX2" fmla="*/ 2155326 w 5367701"/>
                <a:gd name="connsiteY2" fmla="*/ 3390635 h 3390635"/>
                <a:gd name="connsiteX3" fmla="*/ 2121028 w 5367701"/>
                <a:gd name="connsiteY3" fmla="*/ 3375129 h 3390635"/>
                <a:gd name="connsiteX4" fmla="*/ 0 w 5367701"/>
                <a:gd name="connsiteY4" fmla="*/ 0 h 3390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7701" h="3390635">
                  <a:moveTo>
                    <a:pt x="0" y="0"/>
                  </a:moveTo>
                  <a:cubicBezTo>
                    <a:pt x="541112" y="0"/>
                    <a:pt x="4478801" y="2810023"/>
                    <a:pt x="5367701" y="3375129"/>
                  </a:cubicBezTo>
                  <a:lnTo>
                    <a:pt x="2155326" y="3390635"/>
                  </a:lnTo>
                  <a:lnTo>
                    <a:pt x="2121028" y="3375129"/>
                  </a:lnTo>
                  <a:cubicBezTo>
                    <a:pt x="866036" y="2770412"/>
                    <a:pt x="0" y="1486343"/>
                    <a:pt x="0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204577" y="0"/>
              <a:ext cx="9498472" cy="6858000"/>
              <a:chOff x="2204577" y="0"/>
              <a:chExt cx="9498472" cy="6858000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2204577" y="0"/>
                <a:ext cx="9498472" cy="6858000"/>
              </a:xfrm>
              <a:custGeom>
                <a:avLst/>
                <a:gdLst>
                  <a:gd name="connsiteX0" fmla="*/ 1086408 w 9498472"/>
                  <a:gd name="connsiteY0" fmla="*/ 0 h 6858000"/>
                  <a:gd name="connsiteX1" fmla="*/ 8412064 w 9498472"/>
                  <a:gd name="connsiteY1" fmla="*/ 0 h 6858000"/>
                  <a:gd name="connsiteX2" fmla="*/ 8413977 w 9498472"/>
                  <a:gd name="connsiteY2" fmla="*/ 2209 h 6858000"/>
                  <a:gd name="connsiteX3" fmla="*/ 9498472 w 9498472"/>
                  <a:gd name="connsiteY3" fmla="*/ 3023164 h 6858000"/>
                  <a:gd name="connsiteX4" fmla="*/ 7590780 w 9498472"/>
                  <a:gd name="connsiteY4" fmla="*/ 6828895 h 6858000"/>
                  <a:gd name="connsiteX5" fmla="*/ 7549851 w 9498472"/>
                  <a:gd name="connsiteY5" fmla="*/ 6858000 h 6858000"/>
                  <a:gd name="connsiteX6" fmla="*/ 1948621 w 9498472"/>
                  <a:gd name="connsiteY6" fmla="*/ 6858000 h 6858000"/>
                  <a:gd name="connsiteX7" fmla="*/ 1907692 w 9498472"/>
                  <a:gd name="connsiteY7" fmla="*/ 6828895 h 6858000"/>
                  <a:gd name="connsiteX8" fmla="*/ 0 w 9498472"/>
                  <a:gd name="connsiteY8" fmla="*/ 3023164 h 6858000"/>
                  <a:gd name="connsiteX9" fmla="*/ 1084495 w 9498472"/>
                  <a:gd name="connsiteY9" fmla="*/ 2209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498472" h="6858000">
                    <a:moveTo>
                      <a:pt x="1086408" y="0"/>
                    </a:moveTo>
                    <a:lnTo>
                      <a:pt x="8412064" y="0"/>
                    </a:lnTo>
                    <a:lnTo>
                      <a:pt x="8413977" y="2209"/>
                    </a:lnTo>
                    <a:cubicBezTo>
                      <a:pt x="9091484" y="823157"/>
                      <a:pt x="9498472" y="1875632"/>
                      <a:pt x="9498472" y="3023164"/>
                    </a:cubicBezTo>
                    <a:cubicBezTo>
                      <a:pt x="9498472" y="4580530"/>
                      <a:pt x="8748866" y="5962815"/>
                      <a:pt x="7590780" y="6828895"/>
                    </a:cubicBezTo>
                    <a:lnTo>
                      <a:pt x="7549851" y="6858000"/>
                    </a:lnTo>
                    <a:lnTo>
                      <a:pt x="1948621" y="6858000"/>
                    </a:lnTo>
                    <a:lnTo>
                      <a:pt x="1907692" y="6828895"/>
                    </a:lnTo>
                    <a:cubicBezTo>
                      <a:pt x="749606" y="5962815"/>
                      <a:pt x="0" y="4580530"/>
                      <a:pt x="0" y="3023164"/>
                    </a:cubicBezTo>
                    <a:cubicBezTo>
                      <a:pt x="0" y="1875632"/>
                      <a:pt x="406988" y="823157"/>
                      <a:pt x="1084495" y="2209"/>
                    </a:cubicBezTo>
                    <a:close/>
                  </a:path>
                </a:pathLst>
              </a:custGeom>
              <a:blipFill>
                <a:blip r:embed="rId2"/>
                <a:srcRect/>
                <a:stretch>
                  <a:fillRect l="-4150" r="-415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2204577" y="0"/>
                <a:ext cx="9498472" cy="6858000"/>
              </a:xfrm>
              <a:custGeom>
                <a:avLst/>
                <a:gdLst>
                  <a:gd name="connsiteX0" fmla="*/ 1086408 w 9498472"/>
                  <a:gd name="connsiteY0" fmla="*/ 0 h 6858000"/>
                  <a:gd name="connsiteX1" fmla="*/ 8412064 w 9498472"/>
                  <a:gd name="connsiteY1" fmla="*/ 0 h 6858000"/>
                  <a:gd name="connsiteX2" fmla="*/ 8413977 w 9498472"/>
                  <a:gd name="connsiteY2" fmla="*/ 2209 h 6858000"/>
                  <a:gd name="connsiteX3" fmla="*/ 9498472 w 9498472"/>
                  <a:gd name="connsiteY3" fmla="*/ 3023164 h 6858000"/>
                  <a:gd name="connsiteX4" fmla="*/ 7590780 w 9498472"/>
                  <a:gd name="connsiteY4" fmla="*/ 6828895 h 6858000"/>
                  <a:gd name="connsiteX5" fmla="*/ 7549851 w 9498472"/>
                  <a:gd name="connsiteY5" fmla="*/ 6858000 h 6858000"/>
                  <a:gd name="connsiteX6" fmla="*/ 1948621 w 9498472"/>
                  <a:gd name="connsiteY6" fmla="*/ 6858000 h 6858000"/>
                  <a:gd name="connsiteX7" fmla="*/ 1907692 w 9498472"/>
                  <a:gd name="connsiteY7" fmla="*/ 6828895 h 6858000"/>
                  <a:gd name="connsiteX8" fmla="*/ 0 w 9498472"/>
                  <a:gd name="connsiteY8" fmla="*/ 3023164 h 6858000"/>
                  <a:gd name="connsiteX9" fmla="*/ 1084495 w 9498472"/>
                  <a:gd name="connsiteY9" fmla="*/ 2209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498472" h="6858000">
                    <a:moveTo>
                      <a:pt x="1086408" y="0"/>
                    </a:moveTo>
                    <a:lnTo>
                      <a:pt x="8412064" y="0"/>
                    </a:lnTo>
                    <a:lnTo>
                      <a:pt x="8413977" y="2209"/>
                    </a:lnTo>
                    <a:cubicBezTo>
                      <a:pt x="9091484" y="823157"/>
                      <a:pt x="9498472" y="1875632"/>
                      <a:pt x="9498472" y="3023164"/>
                    </a:cubicBezTo>
                    <a:cubicBezTo>
                      <a:pt x="9498472" y="4580530"/>
                      <a:pt x="8748866" y="5962815"/>
                      <a:pt x="7590780" y="6828895"/>
                    </a:cubicBezTo>
                    <a:lnTo>
                      <a:pt x="7549851" y="6858000"/>
                    </a:lnTo>
                    <a:lnTo>
                      <a:pt x="1948621" y="6858000"/>
                    </a:lnTo>
                    <a:lnTo>
                      <a:pt x="1907692" y="6828895"/>
                    </a:lnTo>
                    <a:cubicBezTo>
                      <a:pt x="749606" y="5962815"/>
                      <a:pt x="0" y="4580530"/>
                      <a:pt x="0" y="3023164"/>
                    </a:cubicBezTo>
                    <a:cubicBezTo>
                      <a:pt x="0" y="1875632"/>
                      <a:pt x="406988" y="823157"/>
                      <a:pt x="1084495" y="2209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9" name="任意多边形: 形状 8"/>
            <p:cNvSpPr/>
            <p:nvPr/>
          </p:nvSpPr>
          <p:spPr>
            <a:xfrm>
              <a:off x="0" y="0"/>
              <a:ext cx="7087551" cy="5223053"/>
            </a:xfrm>
            <a:custGeom>
              <a:avLst/>
              <a:gdLst>
                <a:gd name="connsiteX0" fmla="*/ 0 w 7087551"/>
                <a:gd name="connsiteY0" fmla="*/ 0 h 5223053"/>
                <a:gd name="connsiteX1" fmla="*/ 6828970 w 7087551"/>
                <a:gd name="connsiteY1" fmla="*/ 0 h 5223053"/>
                <a:gd name="connsiteX2" fmla="*/ 6914670 w 7087551"/>
                <a:gd name="connsiteY2" fmla="*/ 234148 h 5223053"/>
                <a:gd name="connsiteX3" fmla="*/ 7087551 w 7087551"/>
                <a:gd name="connsiteY3" fmla="*/ 1377652 h 5223053"/>
                <a:gd name="connsiteX4" fmla="*/ 3242150 w 7087551"/>
                <a:gd name="connsiteY4" fmla="*/ 5223053 h 5223053"/>
                <a:gd name="connsiteX5" fmla="*/ 53483 w 7087551"/>
                <a:gd name="connsiteY5" fmla="*/ 3527652 h 5223053"/>
                <a:gd name="connsiteX6" fmla="*/ 0 w 7087551"/>
                <a:gd name="connsiteY6" fmla="*/ 3439616 h 5223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87551" h="5223053">
                  <a:moveTo>
                    <a:pt x="0" y="0"/>
                  </a:moveTo>
                  <a:lnTo>
                    <a:pt x="6828970" y="0"/>
                  </a:lnTo>
                  <a:lnTo>
                    <a:pt x="6914670" y="234148"/>
                  </a:lnTo>
                  <a:cubicBezTo>
                    <a:pt x="7027025" y="595380"/>
                    <a:pt x="7087551" y="979448"/>
                    <a:pt x="7087551" y="1377652"/>
                  </a:cubicBezTo>
                  <a:cubicBezTo>
                    <a:pt x="7087551" y="3501408"/>
                    <a:pt x="5365906" y="5223053"/>
                    <a:pt x="3242150" y="5223053"/>
                  </a:cubicBezTo>
                  <a:cubicBezTo>
                    <a:pt x="1914803" y="5223053"/>
                    <a:pt x="744530" y="4550536"/>
                    <a:pt x="53483" y="3527652"/>
                  </a:cubicBezTo>
                  <a:lnTo>
                    <a:pt x="0" y="34396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5660571" y="1130300"/>
            <a:ext cx="5858329" cy="1064549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5660571" y="2206703"/>
            <a:ext cx="5858329" cy="145089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2026/1/6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椭圆 11"/>
          <p:cNvSpPr/>
          <p:nvPr/>
        </p:nvSpPr>
        <p:spPr>
          <a:xfrm>
            <a:off x="4758762" y="1901912"/>
            <a:ext cx="958850" cy="95885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1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任意多边形: 形状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-9259" b="-925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1" y="0"/>
              <a:ext cx="8343901" cy="6671847"/>
            </a:xfrm>
            <a:custGeom>
              <a:avLst/>
              <a:gdLst>
                <a:gd name="connsiteX0" fmla="*/ 0 w 8343901"/>
                <a:gd name="connsiteY0" fmla="*/ 0 h 6671847"/>
                <a:gd name="connsiteX1" fmla="*/ 8013594 w 8343901"/>
                <a:gd name="connsiteY1" fmla="*/ 0 h 6671847"/>
                <a:gd name="connsiteX2" fmla="*/ 8123065 w 8343901"/>
                <a:gd name="connsiteY2" fmla="*/ 299097 h 6671847"/>
                <a:gd name="connsiteX3" fmla="*/ 8343901 w 8343901"/>
                <a:gd name="connsiteY3" fmla="*/ 1759792 h 6671847"/>
                <a:gd name="connsiteX4" fmla="*/ 3431846 w 8343901"/>
                <a:gd name="connsiteY4" fmla="*/ 6671847 h 6671847"/>
                <a:gd name="connsiteX5" fmla="*/ 129091 w 8343901"/>
                <a:gd name="connsiteY5" fmla="*/ 5395784 h 6671847"/>
                <a:gd name="connsiteX6" fmla="*/ 0 w 8343901"/>
                <a:gd name="connsiteY6" fmla="*/ 5271231 h 6671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3901" h="6671847">
                  <a:moveTo>
                    <a:pt x="0" y="0"/>
                  </a:moveTo>
                  <a:lnTo>
                    <a:pt x="8013594" y="0"/>
                  </a:lnTo>
                  <a:lnTo>
                    <a:pt x="8123065" y="299097"/>
                  </a:lnTo>
                  <a:cubicBezTo>
                    <a:pt x="8266586" y="760529"/>
                    <a:pt x="8343901" y="1251132"/>
                    <a:pt x="8343901" y="1759792"/>
                  </a:cubicBezTo>
                  <a:cubicBezTo>
                    <a:pt x="8343901" y="4472645"/>
                    <a:pt x="6144699" y="6671847"/>
                    <a:pt x="3431846" y="6671847"/>
                  </a:cubicBezTo>
                  <a:cubicBezTo>
                    <a:pt x="2160196" y="6671847"/>
                    <a:pt x="1001409" y="6188624"/>
                    <a:pt x="129091" y="5395784"/>
                  </a:cubicBezTo>
                  <a:lnTo>
                    <a:pt x="0" y="527123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90000"/>
                  </a:schemeClr>
                </a:gs>
                <a:gs pos="70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6989088" y="4345547"/>
              <a:ext cx="843642" cy="843642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  <a:alpha val="51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660397" y="702902"/>
              <a:ext cx="523421" cy="523421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  <a:alpha val="51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1063068" y="0"/>
              <a:ext cx="1128932" cy="1226324"/>
            </a:xfrm>
            <a:custGeom>
              <a:avLst/>
              <a:gdLst>
                <a:gd name="connsiteX0" fmla="*/ 168376 w 1128932"/>
                <a:gd name="connsiteY0" fmla="*/ 0 h 1226324"/>
                <a:gd name="connsiteX1" fmla="*/ 1128932 w 1128932"/>
                <a:gd name="connsiteY1" fmla="*/ 0 h 1226324"/>
                <a:gd name="connsiteX2" fmla="*/ 1128932 w 1128932"/>
                <a:gd name="connsiteY2" fmla="*/ 1124242 h 1226324"/>
                <a:gd name="connsiteX3" fmla="*/ 1050321 w 1128932"/>
                <a:gd name="connsiteY3" fmla="*/ 1166911 h 1226324"/>
                <a:gd name="connsiteX4" fmla="*/ 756037 w 1128932"/>
                <a:gd name="connsiteY4" fmla="*/ 1226324 h 1226324"/>
                <a:gd name="connsiteX5" fmla="*/ 0 w 1128932"/>
                <a:gd name="connsiteY5" fmla="*/ 470287 h 1226324"/>
                <a:gd name="connsiteX6" fmla="*/ 129119 w 1128932"/>
                <a:gd name="connsiteY6" fmla="*/ 47580 h 1226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8932" h="1226324">
                  <a:moveTo>
                    <a:pt x="168376" y="0"/>
                  </a:moveTo>
                  <a:lnTo>
                    <a:pt x="1128932" y="0"/>
                  </a:lnTo>
                  <a:lnTo>
                    <a:pt x="1128932" y="1124242"/>
                  </a:lnTo>
                  <a:lnTo>
                    <a:pt x="1050321" y="1166911"/>
                  </a:lnTo>
                  <a:cubicBezTo>
                    <a:pt x="959870" y="1205169"/>
                    <a:pt x="860424" y="1226324"/>
                    <a:pt x="756037" y="1226324"/>
                  </a:cubicBezTo>
                  <a:cubicBezTo>
                    <a:pt x="338489" y="1226324"/>
                    <a:pt x="0" y="887835"/>
                    <a:pt x="0" y="470287"/>
                  </a:cubicBezTo>
                  <a:cubicBezTo>
                    <a:pt x="0" y="313707"/>
                    <a:pt x="47600" y="168244"/>
                    <a:pt x="129119" y="4758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60000"/>
                    <a:lumOff val="40000"/>
                    <a:alpha val="51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60399" y="1317624"/>
            <a:ext cx="7172331" cy="2024333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7" y="4628869"/>
            <a:ext cx="581752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4997169"/>
            <a:ext cx="581752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357063" y="865383"/>
            <a:ext cx="3628873" cy="120778"/>
            <a:chOff x="5054111" y="5103198"/>
            <a:chExt cx="3628873" cy="120778"/>
          </a:xfrm>
        </p:grpSpPr>
        <p:grpSp>
          <p:nvGrpSpPr>
            <p:cNvPr id="3" name="组合 2"/>
            <p:cNvGrpSpPr>
              <a:grpSpLocks/>
            </p:cNvGrpSpPr>
            <p:nvPr/>
          </p:nvGrpSpPr>
          <p:grpSpPr>
            <a:xfrm>
              <a:off x="5054111" y="5103198"/>
              <a:ext cx="333232" cy="120778"/>
              <a:chOff x="1643828" y="4429764"/>
              <a:chExt cx="407290" cy="252128"/>
            </a:xfrm>
          </p:grpSpPr>
          <p:sp>
            <p:nvSpPr>
              <p:cNvPr id="9" name="箭头: V 形 8"/>
              <p:cNvSpPr/>
              <p:nvPr/>
            </p:nvSpPr>
            <p:spPr>
              <a:xfrm>
                <a:off x="1903499" y="4429764"/>
                <a:ext cx="147619" cy="252128"/>
              </a:xfrm>
              <a:prstGeom prst="chevron">
                <a:avLst/>
              </a:prstGeom>
              <a:solidFill>
                <a:schemeClr val="l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箭头: V 形 9"/>
              <p:cNvSpPr/>
              <p:nvPr/>
            </p:nvSpPr>
            <p:spPr>
              <a:xfrm flipH="1">
                <a:off x="1643828" y="4429764"/>
                <a:ext cx="147619" cy="252128"/>
              </a:xfrm>
              <a:prstGeom prst="chevron">
                <a:avLst/>
              </a:prstGeom>
              <a:solidFill>
                <a:schemeClr val="lt1">
                  <a:lumMod val="10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" name="直接连接符 7"/>
            <p:cNvCxnSpPr>
              <a:cxnSpLocks/>
            </p:cNvCxnSpPr>
            <p:nvPr/>
          </p:nvCxnSpPr>
          <p:spPr>
            <a:xfrm>
              <a:off x="5459901" y="5163587"/>
              <a:ext cx="3223083" cy="0"/>
            </a:xfrm>
            <a:prstGeom prst="line">
              <a:avLst/>
            </a:prstGeom>
            <a:ln>
              <a:solidFill>
                <a:schemeClr val="lt1">
                  <a:lumMod val="10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61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1197" y="6067352"/>
            <a:ext cx="12212928" cy="790649"/>
            <a:chOff x="-11197" y="5923722"/>
            <a:chExt cx="12212928" cy="934279"/>
          </a:xfrm>
        </p:grpSpPr>
        <p:sp>
          <p:nvSpPr>
            <p:cNvPr id="11" name="任意多边形: 形状 10"/>
            <p:cNvSpPr/>
            <p:nvPr/>
          </p:nvSpPr>
          <p:spPr>
            <a:xfrm>
              <a:off x="0" y="5943898"/>
              <a:ext cx="12192000" cy="914103"/>
            </a:xfrm>
            <a:custGeom>
              <a:avLst/>
              <a:gdLst>
                <a:gd name="connsiteX0" fmla="*/ 9428683 w 12192000"/>
                <a:gd name="connsiteY0" fmla="*/ 787 h 914103"/>
                <a:gd name="connsiteX1" fmla="*/ 12017158 w 12192000"/>
                <a:gd name="connsiteY1" fmla="*/ 249184 h 914103"/>
                <a:gd name="connsiteX2" fmla="*/ 12192000 w 12192000"/>
                <a:gd name="connsiteY2" fmla="*/ 287888 h 914103"/>
                <a:gd name="connsiteX3" fmla="*/ 12192000 w 12192000"/>
                <a:gd name="connsiteY3" fmla="*/ 914103 h 914103"/>
                <a:gd name="connsiteX4" fmla="*/ 0 w 12192000"/>
                <a:gd name="connsiteY4" fmla="*/ 914103 h 914103"/>
                <a:gd name="connsiteX5" fmla="*/ 0 w 12192000"/>
                <a:gd name="connsiteY5" fmla="*/ 208040 h 914103"/>
                <a:gd name="connsiteX6" fmla="*/ 55090 w 12192000"/>
                <a:gd name="connsiteY6" fmla="*/ 225514 h 914103"/>
                <a:gd name="connsiteX7" fmla="*/ 6707632 w 12192000"/>
                <a:gd name="connsiteY7" fmla="*/ 280240 h 914103"/>
                <a:gd name="connsiteX8" fmla="*/ 9428683 w 12192000"/>
                <a:gd name="connsiteY8" fmla="*/ 787 h 914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914103">
                  <a:moveTo>
                    <a:pt x="9428683" y="787"/>
                  </a:moveTo>
                  <a:cubicBezTo>
                    <a:pt x="10183698" y="-7806"/>
                    <a:pt x="11043489" y="52705"/>
                    <a:pt x="12017158" y="249184"/>
                  </a:cubicBezTo>
                  <a:lnTo>
                    <a:pt x="12192000" y="287888"/>
                  </a:lnTo>
                  <a:lnTo>
                    <a:pt x="12192000" y="914103"/>
                  </a:lnTo>
                  <a:lnTo>
                    <a:pt x="0" y="914103"/>
                  </a:lnTo>
                  <a:lnTo>
                    <a:pt x="0" y="208040"/>
                  </a:lnTo>
                  <a:lnTo>
                    <a:pt x="55090" y="225514"/>
                  </a:lnTo>
                  <a:cubicBezTo>
                    <a:pt x="560608" y="378558"/>
                    <a:pt x="2825324" y="948937"/>
                    <a:pt x="6707632" y="280240"/>
                  </a:cubicBezTo>
                  <a:cubicBezTo>
                    <a:pt x="7399382" y="182049"/>
                    <a:pt x="8296160" y="13677"/>
                    <a:pt x="9428683" y="787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/>
                </a:gs>
              </a:gsLst>
              <a:lin ang="0" scaled="0"/>
            </a:gradFill>
            <a:ln w="633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任意多边形: 形状 11"/>
            <p:cNvSpPr/>
            <p:nvPr/>
          </p:nvSpPr>
          <p:spPr>
            <a:xfrm rot="184153">
              <a:off x="-11197" y="6271178"/>
              <a:ext cx="4685177" cy="292780"/>
            </a:xfrm>
            <a:custGeom>
              <a:avLst/>
              <a:gdLst>
                <a:gd name="connsiteX0" fmla="*/ 0 w 4685177"/>
                <a:gd name="connsiteY0" fmla="*/ 0 h 292780"/>
                <a:gd name="connsiteX1" fmla="*/ 22778 w 4685177"/>
                <a:gd name="connsiteY1" fmla="*/ 6087 h 292780"/>
                <a:gd name="connsiteX2" fmla="*/ 4685177 w 4685177"/>
                <a:gd name="connsiteY2" fmla="*/ 79539 h 292780"/>
                <a:gd name="connsiteX3" fmla="*/ 96829 w 4685177"/>
                <a:gd name="connsiteY3" fmla="*/ 113584 h 292780"/>
                <a:gd name="connsiteX4" fmla="*/ 5247 w 4685177"/>
                <a:gd name="connsiteY4" fmla="*/ 97850 h 292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5177" h="292780">
                  <a:moveTo>
                    <a:pt x="0" y="0"/>
                  </a:moveTo>
                  <a:lnTo>
                    <a:pt x="22778" y="6087"/>
                  </a:lnTo>
                  <a:cubicBezTo>
                    <a:pt x="380140" y="97418"/>
                    <a:pt x="1978739" y="440199"/>
                    <a:pt x="4685177" y="79539"/>
                  </a:cubicBezTo>
                  <a:cubicBezTo>
                    <a:pt x="2726329" y="454094"/>
                    <a:pt x="917993" y="248786"/>
                    <a:pt x="96829" y="113584"/>
                  </a:cubicBezTo>
                  <a:lnTo>
                    <a:pt x="5247" y="9785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1"/>
            </a:gradFill>
            <a:ln w="6333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 rot="184153">
              <a:off x="8102467" y="5923722"/>
              <a:ext cx="4099264" cy="253698"/>
            </a:xfrm>
            <a:custGeom>
              <a:avLst/>
              <a:gdLst>
                <a:gd name="connsiteX0" fmla="*/ 1923565 w 4310104"/>
                <a:gd name="connsiteY0" fmla="*/ 29286 h 253698"/>
                <a:gd name="connsiteX1" fmla="*/ 4123228 w 4310104"/>
                <a:gd name="connsiteY1" fmla="*/ 23591 h 253698"/>
                <a:gd name="connsiteX2" fmla="*/ 4298282 w 4310104"/>
                <a:gd name="connsiteY2" fmla="*/ 33209 h 253698"/>
                <a:gd name="connsiteX3" fmla="*/ 4310104 w 4310104"/>
                <a:gd name="connsiteY3" fmla="*/ 253698 h 253698"/>
                <a:gd name="connsiteX4" fmla="*/ 4267670 w 4310104"/>
                <a:gd name="connsiteY4" fmla="*/ 247170 h 253698"/>
                <a:gd name="connsiteX5" fmla="*/ 0 w 4310104"/>
                <a:gd name="connsiteY5" fmla="*/ 238839 h 253698"/>
                <a:gd name="connsiteX6" fmla="*/ 1923565 w 4310104"/>
                <a:gd name="connsiteY6" fmla="*/ 29286 h 253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0104" h="253698">
                  <a:moveTo>
                    <a:pt x="1923565" y="29286"/>
                  </a:moveTo>
                  <a:cubicBezTo>
                    <a:pt x="2534414" y="-2603"/>
                    <a:pt x="3275220" y="-13992"/>
                    <a:pt x="4123228" y="23591"/>
                  </a:cubicBezTo>
                  <a:lnTo>
                    <a:pt x="4298282" y="33209"/>
                  </a:lnTo>
                  <a:lnTo>
                    <a:pt x="4310104" y="253698"/>
                  </a:lnTo>
                  <a:lnTo>
                    <a:pt x="4267670" y="247170"/>
                  </a:lnTo>
                  <a:cubicBezTo>
                    <a:pt x="3542497" y="140972"/>
                    <a:pt x="1859691" y="-36949"/>
                    <a:pt x="0" y="238839"/>
                  </a:cubicBezTo>
                  <a:cubicBezTo>
                    <a:pt x="0" y="238839"/>
                    <a:pt x="701869" y="93063"/>
                    <a:pt x="1923565" y="2928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1"/>
            </a:gradFill>
            <a:ln w="6333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zh-CN" altLang="en-US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D:\OneDrive\C&#35821;&#35328;&#23398;&#20064;\&#32467;&#26500;&#20307;&#19987;&#39064;&#35752;&#35770;\&#19987;&#39064;5-9\&#32467;&#26500;&#20307;_2\&#32467;&#26500;&#20307;_2.sln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hyperlink" Target="file:///D:\OneDrive\C&#35821;&#35328;&#23398;&#20064;\&#32467;&#26500;&#20307;&#19987;&#39064;&#35752;&#35770;\&#19987;&#39064;5-9\&#32467;&#26500;&#20307;\&#32467;&#26500;&#20307;.sln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96685" y="1130300"/>
            <a:ext cx="8055429" cy="143748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结构体</a:t>
            </a:r>
            <a:r>
              <a:rPr lang="zh-CN" altLang="en-US"/>
              <a:t>成员访问与嵌套访问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21861" y="2710654"/>
            <a:ext cx="5817521" cy="440508"/>
          </a:xfrm>
        </p:spPr>
        <p:txBody>
          <a:bodyPr>
            <a:normAutofit/>
          </a:bodyPr>
          <a:lstStyle/>
          <a:p>
            <a:r>
              <a:rPr lang="zh-CN" altLang="en-US" sz="1900">
                <a:latin typeface="Glow Sans J Extended Heavy" panose="020B0400000000000000" pitchFamily="34" charset="-128"/>
                <a:ea typeface="Glow Sans J Extended Heavy" panose="020B0400000000000000" pitchFamily="34" charset="-128"/>
              </a:rPr>
              <a:t>组</a:t>
            </a:r>
            <a:r>
              <a:rPr lang="en-US" altLang="zh-CN" sz="1900">
                <a:latin typeface="Glow Sans J Extended Heavy" panose="020B0400000000000000" pitchFamily="34" charset="-128"/>
                <a:ea typeface="Glow Sans J Extended Heavy" panose="020B0400000000000000" pitchFamily="34" charset="-128"/>
              </a:rPr>
              <a:t>-23</a:t>
            </a:r>
            <a:endParaRPr lang="en-US" dirty="0">
              <a:latin typeface="Glow Sans J Extended Heavy" panose="020B0400000000000000" pitchFamily="34" charset="-128"/>
              <a:ea typeface="Glow Sans J Extended Heavy" panose="020B0400000000000000" pitchFamily="34" charset="-128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CA16C4-67D5-2FC4-A298-6CBD7839040B}"/>
              </a:ext>
            </a:extLst>
          </p:cNvPr>
          <p:cNvSpPr txBox="1"/>
          <p:nvPr/>
        </p:nvSpPr>
        <p:spPr>
          <a:xfrm>
            <a:off x="696685" y="4256356"/>
            <a:ext cx="3947887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</a:pPr>
            <a:r>
              <a:rPr lang="zh-CN" altLang="en-US">
                <a:solidFill>
                  <a:srgbClr val="FFFFFF"/>
                </a:solidFill>
                <a:latin typeface="Glow Sans J Extended Heavy" panose="020B0400000000000000" pitchFamily="34" charset="-128"/>
                <a:ea typeface="Glow Sans J Extended Heavy" panose="020B0400000000000000" pitchFamily="34" charset="-128"/>
              </a:rPr>
              <a:t>组员：</a:t>
            </a:r>
            <a:endParaRPr lang="en-US" altLang="zh-CN">
              <a:solidFill>
                <a:srgbClr val="FFFFFF"/>
              </a:solidFill>
              <a:latin typeface="Glow Sans J Extended Heavy" panose="020B0400000000000000" pitchFamily="34" charset="-128"/>
              <a:ea typeface="Glow Sans J Extended Heavy" panose="020B0400000000000000" pitchFamily="34" charset="-128"/>
            </a:endParaRPr>
          </a:p>
          <a:p>
            <a:pPr>
              <a:spcBef>
                <a:spcPts val="1000"/>
              </a:spcBef>
            </a:pPr>
            <a:r>
              <a:rPr lang="zh-CN" altLang="en-US">
                <a:solidFill>
                  <a:srgbClr val="FFFFFF"/>
                </a:solidFill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程柄淋</a:t>
            </a:r>
            <a:r>
              <a:rPr lang="en-US" altLang="zh-CN">
                <a:solidFill>
                  <a:srgbClr val="FFFFFF"/>
                </a:solidFill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	</a:t>
            </a:r>
            <a:r>
              <a:rPr lang="zh-CN" altLang="en-US">
                <a:solidFill>
                  <a:srgbClr val="FFFFFF"/>
                </a:solidFill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王静雯</a:t>
            </a:r>
            <a:r>
              <a:rPr lang="en-US" altLang="zh-CN">
                <a:solidFill>
                  <a:srgbClr val="FFFFFF"/>
                </a:solidFill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	</a:t>
            </a:r>
            <a:r>
              <a:rPr lang="zh-CN" altLang="en-US">
                <a:solidFill>
                  <a:srgbClr val="FFFFFF"/>
                </a:solidFill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赵兴  </a:t>
            </a:r>
            <a:r>
              <a:rPr lang="en-US" altLang="zh-CN">
                <a:solidFill>
                  <a:srgbClr val="FFFFFF"/>
                </a:solidFill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 </a:t>
            </a:r>
            <a:r>
              <a:rPr lang="zh-CN" altLang="en-US">
                <a:solidFill>
                  <a:srgbClr val="FFFFFF"/>
                </a:solidFill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刘舟</a:t>
            </a:r>
            <a:r>
              <a:rPr lang="en-US" altLang="zh-CN" sz="1200">
                <a:solidFill>
                  <a:srgbClr val="FFFFFF"/>
                </a:solidFill>
              </a:rPr>
              <a:t>	</a:t>
            </a:r>
            <a:endParaRPr lang="zh-CN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0773588a-086e-4a1e-a9a8-557c7e2be41a.source.3.zh-Hans.pptx">
            <a:extLst>
              <a:ext uri="{FF2B5EF4-FFF2-40B4-BE49-F238E27FC236}">
                <a16:creationId xmlns:a16="http://schemas.microsoft.com/office/drawing/2014/main" id="{4B5518F7-DCD2-4DA6-EE3F-B6E94922A9A4}"/>
              </a:ext>
            </a:extLst>
          </p:cNvPr>
          <p:cNvGrpSpPr/>
          <p:nvPr/>
        </p:nvGrpSpPr>
        <p:grpSpPr>
          <a:xfrm>
            <a:off x="660400" y="1125537"/>
            <a:ext cx="10858500" cy="5003801"/>
            <a:chOff x="660400" y="1130299"/>
            <a:chExt cx="10858500" cy="5003801"/>
          </a:xfrm>
        </p:grpSpPr>
        <p:sp>
          <p:nvSpPr>
            <p:cNvPr id="3" name="Title">
              <a:extLst>
                <a:ext uri="{FF2B5EF4-FFF2-40B4-BE49-F238E27FC236}">
                  <a16:creationId xmlns:a16="http://schemas.microsoft.com/office/drawing/2014/main" id="{F1FB0B94-4CDF-F6D9-09A1-275CE50772BF}"/>
                </a:ext>
              </a:extLst>
            </p:cNvPr>
            <p:cNvSpPr txBox="1"/>
            <p:nvPr/>
          </p:nvSpPr>
          <p:spPr>
            <a:xfrm>
              <a:off x="660400" y="1130299"/>
              <a:ext cx="10858500" cy="523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2400" b="1" dirty="0">
                  <a:cs typeface="+mn-ea"/>
                  <a:sym typeface="+mn-lt"/>
                </a:rPr>
                <a:t>使用</a:t>
              </a:r>
              <a:r>
                <a:rPr lang="zh-CN" altLang="en-US" sz="2400" b="1">
                  <a:cs typeface="+mn-ea"/>
                  <a:sym typeface="+mn-lt"/>
                </a:rPr>
                <a:t>“-&gt;”操作符与“ </a:t>
              </a:r>
              <a:r>
                <a:rPr lang="en-US" altLang="zh-CN" sz="2400" b="1">
                  <a:cs typeface="+mn-ea"/>
                  <a:sym typeface="+mn-lt"/>
                </a:rPr>
                <a:t>. </a:t>
              </a:r>
              <a:r>
                <a:rPr lang="zh-CN" altLang="en-US" sz="2400" b="1">
                  <a:cs typeface="+mn-ea"/>
                  <a:sym typeface="+mn-lt"/>
                </a:rPr>
                <a:t>”操作符的对比</a:t>
              </a:r>
              <a:endParaRPr 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3B701CEC-826D-DD6A-ACCA-F3CE490570CE}"/>
                </a:ext>
              </a:extLst>
            </p:cNvPr>
            <p:cNvGrpSpPr/>
            <p:nvPr/>
          </p:nvGrpSpPr>
          <p:grpSpPr>
            <a:xfrm>
              <a:off x="660400" y="1780674"/>
              <a:ext cx="10858500" cy="4353426"/>
              <a:chOff x="660400" y="1780674"/>
              <a:chExt cx="10858500" cy="4353426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4565F9D0-F6BE-2AA3-D368-FD6EE39B4091}"/>
                  </a:ext>
                </a:extLst>
              </p:cNvPr>
              <p:cNvGrpSpPr/>
              <p:nvPr/>
            </p:nvGrpSpPr>
            <p:grpSpPr>
              <a:xfrm>
                <a:off x="660400" y="1780674"/>
                <a:ext cx="10858500" cy="1286488"/>
                <a:chOff x="955158" y="1247840"/>
                <a:chExt cx="10281683" cy="1434501"/>
              </a:xfrm>
            </p:grpSpPr>
            <p:sp>
              <p:nvSpPr>
                <p:cNvPr id="13" name="ComponentBackground1">
                  <a:extLst>
                    <a:ext uri="{FF2B5EF4-FFF2-40B4-BE49-F238E27FC236}">
                      <a16:creationId xmlns:a16="http://schemas.microsoft.com/office/drawing/2014/main" id="{92110BA2-B2C9-1AFA-9045-9A43CAD9AB02}"/>
                    </a:ext>
                  </a:extLst>
                </p:cNvPr>
                <p:cNvSpPr/>
                <p:nvPr/>
              </p:nvSpPr>
              <p:spPr>
                <a:xfrm>
                  <a:off x="955158" y="1247840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 dirty="0">
                    <a:solidFill>
                      <a:schemeClr val="lt1"/>
                    </a:solidFill>
                    <a:sym typeface="+mn-lt"/>
                  </a:endParaRPr>
                </a:p>
              </p:txBody>
            </p:sp>
            <p:grpSp>
              <p:nvGrpSpPr>
                <p:cNvPr id="7" name="组合 6">
                  <a:extLst>
                    <a:ext uri="{FF2B5EF4-FFF2-40B4-BE49-F238E27FC236}">
                      <a16:creationId xmlns:a16="http://schemas.microsoft.com/office/drawing/2014/main" id="{FCFA27F9-5B0D-E687-4B0A-82DE741D8AD7}"/>
                    </a:ext>
                  </a:extLst>
                </p:cNvPr>
                <p:cNvGrpSpPr/>
                <p:nvPr/>
              </p:nvGrpSpPr>
              <p:grpSpPr>
                <a:xfrm>
                  <a:off x="955160" y="1247841"/>
                  <a:ext cx="10144640" cy="722554"/>
                  <a:chOff x="955160" y="1247841"/>
                  <a:chExt cx="10144640" cy="722554"/>
                </a:xfrm>
              </p:grpSpPr>
              <p:sp>
                <p:nvSpPr>
                  <p:cNvPr id="16" name="Bullet1">
                    <a:extLst>
                      <a:ext uri="{FF2B5EF4-FFF2-40B4-BE49-F238E27FC236}">
                        <a16:creationId xmlns:a16="http://schemas.microsoft.com/office/drawing/2014/main" id="{6D06432D-2FBE-7978-C2BA-C4EFDFB0B6FA}"/>
                      </a:ext>
                    </a:extLst>
                  </p:cNvPr>
                  <p:cNvSpPr/>
                  <p:nvPr/>
                </p:nvSpPr>
                <p:spPr>
                  <a:xfrm>
                    <a:off x="1682693" y="1358376"/>
                    <a:ext cx="9417107" cy="47784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normAutofit/>
                  </a:bodyPr>
                  <a:lstStyle/>
                  <a:p>
                    <a:endParaRPr lang="en-US" dirty="0">
                      <a:solidFill>
                        <a:schemeClr val="bg2">
                          <a:lumMod val="10000"/>
                        </a:schemeClr>
                      </a:solidFill>
                    </a:endParaRPr>
                  </a:p>
                </p:txBody>
              </p:sp>
              <p:sp>
                <p:nvSpPr>
                  <p:cNvPr id="15" name="Number1">
                    <a:extLst>
                      <a:ext uri="{FF2B5EF4-FFF2-40B4-BE49-F238E27FC236}">
                        <a16:creationId xmlns:a16="http://schemas.microsoft.com/office/drawing/2014/main" id="{DA0A7CF7-CD8E-EE98-116C-17CEC75607E3}"/>
                      </a:ext>
                    </a:extLst>
                  </p:cNvPr>
                  <p:cNvSpPr txBox="1"/>
                  <p:nvPr/>
                </p:nvSpPr>
                <p:spPr>
                  <a:xfrm>
                    <a:off x="955160" y="1247841"/>
                    <a:ext cx="613577" cy="722554"/>
                  </a:xfrm>
                  <a:prstGeom prst="roundRect">
                    <a:avLst>
                      <a:gd name="adj" fmla="val 10458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1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97E03B0B-4A86-8A00-9E68-0EE1B6084005}"/>
                  </a:ext>
                </a:extLst>
              </p:cNvPr>
              <p:cNvGrpSpPr/>
              <p:nvPr/>
            </p:nvGrpSpPr>
            <p:grpSpPr>
              <a:xfrm>
                <a:off x="660400" y="3314143"/>
                <a:ext cx="10858500" cy="1344920"/>
                <a:chOff x="955158" y="2512328"/>
                <a:chExt cx="10281683" cy="1499656"/>
              </a:xfrm>
            </p:grpSpPr>
            <p:sp>
              <p:nvSpPr>
                <p:cNvPr id="19" name="ComponentBackground2">
                  <a:extLst>
                    <a:ext uri="{FF2B5EF4-FFF2-40B4-BE49-F238E27FC236}">
                      <a16:creationId xmlns:a16="http://schemas.microsoft.com/office/drawing/2014/main" id="{D54E7B47-56A3-961E-8B56-E5AA624FB31F}"/>
                    </a:ext>
                  </a:extLst>
                </p:cNvPr>
                <p:cNvSpPr/>
                <p:nvPr/>
              </p:nvSpPr>
              <p:spPr>
                <a:xfrm>
                  <a:off x="955158" y="2512328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 dirty="0">
                    <a:sym typeface="+mn-lt"/>
                  </a:endParaRPr>
                </a:p>
              </p:txBody>
            </p:sp>
            <p:grpSp>
              <p:nvGrpSpPr>
                <p:cNvPr id="9" name="组合 8">
                  <a:extLst>
                    <a:ext uri="{FF2B5EF4-FFF2-40B4-BE49-F238E27FC236}">
                      <a16:creationId xmlns:a16="http://schemas.microsoft.com/office/drawing/2014/main" id="{37FC1246-32F9-A02E-FD3D-8ACFED0EB574}"/>
                    </a:ext>
                  </a:extLst>
                </p:cNvPr>
                <p:cNvGrpSpPr/>
                <p:nvPr/>
              </p:nvGrpSpPr>
              <p:grpSpPr>
                <a:xfrm>
                  <a:off x="955160" y="2512328"/>
                  <a:ext cx="10156181" cy="1499656"/>
                  <a:chOff x="955160" y="2512328"/>
                  <a:chExt cx="10156181" cy="1499656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26BCB242-642E-7C4A-1218-C349F5CA4C78}"/>
                      </a:ext>
                    </a:extLst>
                  </p:cNvPr>
                  <p:cNvGrpSpPr/>
                  <p:nvPr/>
                </p:nvGrpSpPr>
                <p:grpSpPr>
                  <a:xfrm>
                    <a:off x="1682693" y="2550837"/>
                    <a:ext cx="9428648" cy="1461147"/>
                    <a:chOff x="1682693" y="2550837"/>
                    <a:chExt cx="9428648" cy="1461147"/>
                  </a:xfrm>
                </p:grpSpPr>
                <p:sp>
                  <p:nvSpPr>
                    <p:cNvPr id="22" name="Bullet2">
                      <a:extLst>
                        <a:ext uri="{FF2B5EF4-FFF2-40B4-BE49-F238E27FC236}">
                          <a16:creationId xmlns:a16="http://schemas.microsoft.com/office/drawing/2014/main" id="{02267DB2-0A50-A05B-07F2-2084518E11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3" y="2550837"/>
                      <a:ext cx="9417107" cy="4778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b" anchorCtr="0">
                      <a:normAutofit/>
                    </a:bodyPr>
                    <a:lstStyle/>
                    <a:p>
                      <a:r>
                        <a:rPr kumimoji="1" lang="zh-CN" altLang="en-US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箭头运算符访问</a:t>
                      </a:r>
                      <a:endParaRPr lang="en-US" dirty="0"/>
                    </a:p>
                  </p:txBody>
                </p:sp>
                <p:sp>
                  <p:nvSpPr>
                    <p:cNvPr id="23" name="Text2">
                      <a:extLst>
                        <a:ext uri="{FF2B5EF4-FFF2-40B4-BE49-F238E27FC236}">
                          <a16:creationId xmlns:a16="http://schemas.microsoft.com/office/drawing/2014/main" id="{1569EFE3-B910-F5AB-146D-44AEC6851E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94236" y="3229578"/>
                      <a:ext cx="9417105" cy="78240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t" anchorCtr="0">
                      <a:normAutofit/>
                    </a:bodyPr>
                    <a:lstStyle/>
                    <a:p>
                      <a:pPr algn="l"/>
                      <a:r>
                        <a:rPr kumimoji="1" lang="zh-CN" altLang="en-US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cs typeface="+mn-ea"/>
                        </a:rPr>
                        <a:t>等价</a:t>
                      </a:r>
                      <a:r>
                        <a:rPr kumimoji="1" lang="zh-CN" altLang="en-US" sz="1600">
                          <a:solidFill>
                            <a:schemeClr val="tx1"/>
                          </a:solidFill>
                          <a:cs typeface="+mn-ea"/>
                        </a:rPr>
                        <a:t>， </a:t>
                      </a:r>
                      <a:r>
                        <a:rPr kumimoji="1" lang="en-US" altLang="zh-CN" sz="1600" b="1">
                          <a:solidFill>
                            <a:schemeClr val="tx1"/>
                          </a:solidFill>
                          <a:cs typeface="+mn-ea"/>
                        </a:rPr>
                        <a:t>-&gt; </a:t>
                      </a:r>
                      <a:r>
                        <a:rPr kumimoji="1" lang="zh-CN" altLang="en-US" sz="1600" b="1">
                          <a:solidFill>
                            <a:schemeClr val="tx1"/>
                          </a:solidFill>
                          <a:cs typeface="+mn-ea"/>
                        </a:rPr>
                        <a:t>的作用为对地址解引用 </a:t>
                      </a:r>
                      <a:r>
                        <a:rPr kumimoji="1" lang="en-US" altLang="zh-CN" sz="1600" b="1">
                          <a:solidFill>
                            <a:schemeClr val="tx1"/>
                          </a:solidFill>
                          <a:cs typeface="+mn-ea"/>
                        </a:rPr>
                        <a:t>+ </a:t>
                      </a:r>
                      <a:r>
                        <a:rPr kumimoji="1" lang="zh-CN" altLang="en-US" sz="1600" b="1">
                          <a:solidFill>
                            <a:schemeClr val="tx1"/>
                          </a:solidFill>
                          <a:cs typeface="+mn-ea"/>
                        </a:rPr>
                        <a:t>访问成员</a:t>
                      </a:r>
                      <a:r>
                        <a:rPr kumimoji="1" lang="zh-CN" altLang="en-US" sz="1600">
                          <a:solidFill>
                            <a:schemeClr val="tx1"/>
                          </a:solidFill>
                          <a:cs typeface="+mn-ea"/>
                        </a:rPr>
                        <a:t>，两段代码本质上没有区别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endParaRPr lang="en-US" dirty="0"/>
                    </a:p>
                  </p:txBody>
                </p:sp>
              </p:grpSp>
              <p:sp>
                <p:nvSpPr>
                  <p:cNvPr id="21" name="Number2">
                    <a:extLst>
                      <a:ext uri="{FF2B5EF4-FFF2-40B4-BE49-F238E27FC236}">
                        <a16:creationId xmlns:a16="http://schemas.microsoft.com/office/drawing/2014/main" id="{20C728F6-4E4A-2477-139C-1CB355AE1EDA}"/>
                      </a:ext>
                    </a:extLst>
                  </p:cNvPr>
                  <p:cNvSpPr txBox="1"/>
                  <p:nvPr/>
                </p:nvSpPr>
                <p:spPr>
                  <a:xfrm>
                    <a:off x="955160" y="2512328"/>
                    <a:ext cx="613577" cy="722553"/>
                  </a:xfrm>
                  <a:prstGeom prst="roundRect">
                    <a:avLst>
                      <a:gd name="adj" fmla="val 12603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2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CC4E4165-8797-09B3-4ABE-28B55EE70855}"/>
                  </a:ext>
                </a:extLst>
              </p:cNvPr>
              <p:cNvGrpSpPr/>
              <p:nvPr/>
            </p:nvGrpSpPr>
            <p:grpSpPr>
              <a:xfrm>
                <a:off x="660400" y="4839234"/>
                <a:ext cx="10858500" cy="1294866"/>
                <a:chOff x="955158" y="3767474"/>
                <a:chExt cx="10281683" cy="1443843"/>
              </a:xfrm>
            </p:grpSpPr>
            <p:sp>
              <p:nvSpPr>
                <p:cNvPr id="24" name="ComponentBackground3">
                  <a:extLst>
                    <a:ext uri="{FF2B5EF4-FFF2-40B4-BE49-F238E27FC236}">
                      <a16:creationId xmlns:a16="http://schemas.microsoft.com/office/drawing/2014/main" id="{9293B00E-8AA4-AAB0-9D72-994247F39EDF}"/>
                    </a:ext>
                  </a:extLst>
                </p:cNvPr>
                <p:cNvSpPr/>
                <p:nvPr/>
              </p:nvSpPr>
              <p:spPr>
                <a:xfrm>
                  <a:off x="955158" y="3776816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>
                    <a:sym typeface="+mn-lt"/>
                  </a:endParaRPr>
                </a:p>
              </p:txBody>
            </p:sp>
            <p:grpSp>
              <p:nvGrpSpPr>
                <p:cNvPr id="11" name="组合 10">
                  <a:extLst>
                    <a:ext uri="{FF2B5EF4-FFF2-40B4-BE49-F238E27FC236}">
                      <a16:creationId xmlns:a16="http://schemas.microsoft.com/office/drawing/2014/main" id="{3912830B-ED0B-DAC3-246B-C17AF2F377C5}"/>
                    </a:ext>
                  </a:extLst>
                </p:cNvPr>
                <p:cNvGrpSpPr/>
                <p:nvPr/>
              </p:nvGrpSpPr>
              <p:grpSpPr>
                <a:xfrm>
                  <a:off x="955159" y="3767474"/>
                  <a:ext cx="10144641" cy="1380117"/>
                  <a:chOff x="955159" y="3767474"/>
                  <a:chExt cx="10144641" cy="1380117"/>
                </a:xfrm>
              </p:grpSpPr>
              <p:grpSp>
                <p:nvGrpSpPr>
                  <p:cNvPr id="10" name="组合 9">
                    <a:extLst>
                      <a:ext uri="{FF2B5EF4-FFF2-40B4-BE49-F238E27FC236}">
                        <a16:creationId xmlns:a16="http://schemas.microsoft.com/office/drawing/2014/main" id="{2C8FF0D0-2B5B-487B-887A-223E01290895}"/>
                      </a:ext>
                    </a:extLst>
                  </p:cNvPr>
                  <p:cNvGrpSpPr/>
                  <p:nvPr/>
                </p:nvGrpSpPr>
                <p:grpSpPr>
                  <a:xfrm>
                    <a:off x="1682693" y="3767474"/>
                    <a:ext cx="9417107" cy="1380117"/>
                    <a:chOff x="1682693" y="3767474"/>
                    <a:chExt cx="9417107" cy="1380117"/>
                  </a:xfrm>
                </p:grpSpPr>
                <p:sp>
                  <p:nvSpPr>
                    <p:cNvPr id="26" name="Bullet3">
                      <a:extLst>
                        <a:ext uri="{FF2B5EF4-FFF2-40B4-BE49-F238E27FC236}">
                          <a16:creationId xmlns:a16="http://schemas.microsoft.com/office/drawing/2014/main" id="{7968E277-1B56-6DD4-BB64-87F38E8BDF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3" y="3767474"/>
                      <a:ext cx="9417107" cy="4778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b" anchorCtr="0">
                      <a:normAutofit/>
                    </a:bodyPr>
                    <a:lstStyle/>
                    <a:p>
                      <a:r>
                        <a:rPr kumimoji="1" lang="zh-CN" altLang="en-US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指针访问应用场景</a:t>
                      </a:r>
                      <a:endParaRPr lang="en-US" dirty="0"/>
                    </a:p>
                  </p:txBody>
                </p:sp>
                <p:sp>
                  <p:nvSpPr>
                    <p:cNvPr id="27" name="Text3">
                      <a:extLst>
                        <a:ext uri="{FF2B5EF4-FFF2-40B4-BE49-F238E27FC236}">
                          <a16:creationId xmlns:a16="http://schemas.microsoft.com/office/drawing/2014/main" id="{8ED222CF-4D04-0E42-26CB-0F7F1793E8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5" y="4365189"/>
                      <a:ext cx="9417105" cy="7824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t" anchorCtr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在动态内存分配或函数传参中常使用结构体指针，避免数据复制，提高效率，箭头运算符在此类场景中尤为关键和高效。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28" name="Number3">
                    <a:extLst>
                      <a:ext uri="{FF2B5EF4-FFF2-40B4-BE49-F238E27FC236}">
                        <a16:creationId xmlns:a16="http://schemas.microsoft.com/office/drawing/2014/main" id="{6340719A-58B6-E064-4AEF-7C5AAFB246C4}"/>
                      </a:ext>
                    </a:extLst>
                  </p:cNvPr>
                  <p:cNvSpPr txBox="1"/>
                  <p:nvPr/>
                </p:nvSpPr>
                <p:spPr>
                  <a:xfrm>
                    <a:off x="955159" y="3776816"/>
                    <a:ext cx="613577" cy="722553"/>
                  </a:xfrm>
                  <a:prstGeom prst="roundRect">
                    <a:avLst>
                      <a:gd name="adj" fmla="val 12603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3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结构体指针访问成员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AD06F2-DF6B-D014-EDC0-436FDEACA9E0}"/>
              </a:ext>
            </a:extLst>
          </p:cNvPr>
          <p:cNvSpPr txBox="1"/>
          <p:nvPr/>
        </p:nvSpPr>
        <p:spPr>
          <a:xfrm>
            <a:off x="1545770" y="1802148"/>
            <a:ext cx="574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cs typeface="+mn-ea"/>
              </a:rPr>
              <a:t>p-&gt;member </a:t>
            </a:r>
            <a:r>
              <a:rPr kumimoji="1" lang="zh-CN" altLang="en-US" b="1">
                <a:cs typeface="+mn-ea"/>
              </a:rPr>
              <a:t>与</a:t>
            </a:r>
            <a:r>
              <a:rPr kumimoji="1" lang="en-US" altLang="zh-CN" b="1">
                <a:cs typeface="+mn-ea"/>
              </a:rPr>
              <a:t>(*p).member </a:t>
            </a:r>
            <a:r>
              <a:rPr kumimoji="1" lang="zh-CN" altLang="en-US" b="1">
                <a:cs typeface="+mn-ea"/>
              </a:rPr>
              <a:t>是否完全等价</a:t>
            </a:r>
            <a:r>
              <a:rPr kumimoji="1" lang="en-US" altLang="zh-CN" b="1">
                <a:cs typeface="+mn-ea"/>
              </a:rPr>
              <a:t>?</a:t>
            </a:r>
            <a:endParaRPr kumimoji="1" lang="zh-CN" altLang="en-US" b="1"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E05193-7CBA-1F69-F7EC-E3764F7703DD}"/>
              </a:ext>
            </a:extLst>
          </p:cNvPr>
          <p:cNvSpPr txBox="1"/>
          <p:nvPr/>
        </p:nvSpPr>
        <p:spPr>
          <a:xfrm>
            <a:off x="1545770" y="2235286"/>
            <a:ext cx="96157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>
                <a:cs typeface="+mn-ea"/>
              </a:rPr>
              <a:t>.</a:t>
            </a:r>
            <a:r>
              <a:rPr kumimoji="1" lang="zh-CN" altLang="en-US" sz="1200">
                <a:cs typeface="+mn-ea"/>
              </a:rPr>
              <a:t> 运算符在</a:t>
            </a:r>
            <a:r>
              <a:rPr kumimoji="1" lang="en-US" altLang="zh-CN" sz="1200">
                <a:cs typeface="+mn-ea"/>
              </a:rPr>
              <a:t>C</a:t>
            </a:r>
            <a:r>
              <a:rPr kumimoji="1" lang="zh-CN" altLang="en-US" sz="1200">
                <a:cs typeface="+mn-ea"/>
              </a:rPr>
              <a:t>语言中叫做：</a:t>
            </a:r>
            <a:r>
              <a:rPr kumimoji="1" lang="zh-CN" altLang="en-US" sz="1200" b="1">
                <a:cs typeface="+mn-ea"/>
              </a:rPr>
              <a:t>成员选择运算符</a:t>
            </a:r>
            <a:r>
              <a:rPr kumimoji="1" lang="zh-CN" altLang="en-US" sz="1200">
                <a:cs typeface="+mn-ea"/>
              </a:rPr>
              <a:t>（</a:t>
            </a:r>
            <a:r>
              <a:rPr kumimoji="1" lang="en-US" altLang="zh-CN" sz="1200">
                <a:cs typeface="+mn-ea"/>
              </a:rPr>
              <a:t>Member Selection Operator</a:t>
            </a:r>
            <a:r>
              <a:rPr kumimoji="1" lang="zh-CN" altLang="en-US" sz="1200">
                <a:cs typeface="+mn-ea"/>
              </a:rPr>
              <a:t>），也叫</a:t>
            </a:r>
            <a:r>
              <a:rPr kumimoji="1" lang="zh-CN" altLang="en-US" sz="1200" b="1">
                <a:cs typeface="+mn-ea"/>
              </a:rPr>
              <a:t>点运算符</a:t>
            </a:r>
            <a:r>
              <a:rPr kumimoji="1" lang="zh-CN" altLang="en-US" sz="1200">
                <a:cs typeface="+mn-ea"/>
              </a:rPr>
              <a:t>（</a:t>
            </a:r>
            <a:r>
              <a:rPr kumimoji="1" lang="en-US" altLang="zh-CN" sz="1200">
                <a:cs typeface="+mn-ea"/>
              </a:rPr>
              <a:t>Dot Operator</a:t>
            </a:r>
            <a:r>
              <a:rPr kumimoji="1" lang="zh-CN" altLang="en-US" sz="1200">
                <a:cs typeface="+mn-ea"/>
              </a:rPr>
              <a:t>）</a:t>
            </a:r>
            <a:endParaRPr kumimoji="1" lang="en-US" altLang="zh-CN" sz="1200">
              <a:cs typeface="+mn-ea"/>
            </a:endParaRPr>
          </a:p>
          <a:p>
            <a:endParaRPr kumimoji="1" lang="en-US" altLang="zh-CN" sz="1200">
              <a:cs typeface="+mn-ea"/>
            </a:endParaRPr>
          </a:p>
          <a:p>
            <a:r>
              <a:rPr kumimoji="1" lang="en-US" altLang="zh-CN" sz="1200">
                <a:cs typeface="+mn-ea"/>
              </a:rPr>
              <a:t>-&gt;</a:t>
            </a:r>
            <a:r>
              <a:rPr kumimoji="1" lang="zh-CN" altLang="en-US" sz="1200">
                <a:cs typeface="+mn-ea"/>
              </a:rPr>
              <a:t> 运算符在</a:t>
            </a:r>
            <a:r>
              <a:rPr kumimoji="1" lang="en-US" altLang="zh-CN" sz="1200">
                <a:cs typeface="+mn-ea"/>
              </a:rPr>
              <a:t>C</a:t>
            </a:r>
            <a:r>
              <a:rPr kumimoji="1" lang="zh-CN" altLang="en-US" sz="1200">
                <a:cs typeface="+mn-ea"/>
              </a:rPr>
              <a:t>语言中叫做：</a:t>
            </a:r>
            <a:r>
              <a:rPr kumimoji="1" lang="zh-CN" altLang="en-US" sz="1200" b="1">
                <a:cs typeface="+mn-ea"/>
              </a:rPr>
              <a:t>成员选择运算符</a:t>
            </a:r>
            <a:r>
              <a:rPr kumimoji="1" lang="zh-CN" altLang="en-US" sz="1200">
                <a:cs typeface="+mn-ea"/>
              </a:rPr>
              <a:t>（</a:t>
            </a:r>
            <a:r>
              <a:rPr kumimoji="1" lang="en-US" altLang="zh-CN" sz="1200">
                <a:cs typeface="+mn-ea"/>
              </a:rPr>
              <a:t>Member Selection Operator</a:t>
            </a:r>
            <a:r>
              <a:rPr kumimoji="1" lang="zh-CN" altLang="en-US" sz="1200">
                <a:cs typeface="+mn-ea"/>
              </a:rPr>
              <a:t>），也叫</a:t>
            </a:r>
            <a:r>
              <a:rPr kumimoji="1" lang="zh-CN" altLang="en-US" sz="1200" b="1">
                <a:cs typeface="+mn-ea"/>
              </a:rPr>
              <a:t>箭头运算符</a:t>
            </a:r>
            <a:r>
              <a:rPr kumimoji="1" lang="zh-CN" altLang="en-US" sz="1200">
                <a:cs typeface="+mn-ea"/>
              </a:rPr>
              <a:t>（</a:t>
            </a:r>
            <a:r>
              <a:rPr kumimoji="1" lang="en-US" altLang="zh-CN" sz="1200">
                <a:cs typeface="+mn-ea"/>
              </a:rPr>
              <a:t>Arrow Operator</a:t>
            </a:r>
            <a:r>
              <a:rPr kumimoji="1" lang="zh-CN" altLang="en-US" sz="1200">
                <a:cs typeface="+mn-ea"/>
              </a:rPr>
              <a:t>）</a:t>
            </a:r>
            <a:r>
              <a:rPr kumimoji="1" lang="en-US" altLang="zh-CN" sz="1200">
                <a:cs typeface="+mn-ea"/>
              </a:rPr>
              <a:t> </a:t>
            </a:r>
            <a:r>
              <a:rPr kumimoji="1" lang="zh-CN" altLang="en-US" sz="1200">
                <a:cs typeface="+mn-ea"/>
              </a:rPr>
              <a:t>或</a:t>
            </a:r>
            <a:r>
              <a:rPr kumimoji="1" lang="zh-CN" altLang="en-US" sz="1200" b="1">
                <a:cs typeface="+mn-ea"/>
              </a:rPr>
              <a:t>结构体指针运算符，</a:t>
            </a:r>
            <a:r>
              <a:rPr kumimoji="1" lang="zh-CN" altLang="en-US" sz="1200">
                <a:cs typeface="+mn-ea"/>
              </a:rPr>
              <a:t>，语法为</a:t>
            </a:r>
            <a:r>
              <a:rPr kumimoji="1" lang="zh-CN" altLang="en-US" sz="1200" b="1">
                <a:cs typeface="+mn-ea"/>
              </a:rPr>
              <a:t>指针表达式 </a:t>
            </a:r>
            <a:r>
              <a:rPr kumimoji="1" lang="en-US" altLang="zh-CN" sz="1200" b="1">
                <a:cs typeface="+mn-ea"/>
              </a:rPr>
              <a:t>-&gt;</a:t>
            </a:r>
            <a:r>
              <a:rPr kumimoji="1" lang="zh-CN" altLang="en-US" sz="1200" b="1">
                <a:cs typeface="+mn-ea"/>
              </a:rPr>
              <a:t> 成员名，</a:t>
            </a:r>
            <a:r>
              <a:rPr lang="zh-CN" altLang="en-US" sz="1200" b="1">
                <a:solidFill>
                  <a:srgbClr val="0F1115"/>
                </a:solidFill>
                <a:latin typeface="quote-cjk-patch"/>
              </a:rPr>
              <a:t>通过指针间接访问结构体或联合体的成员</a:t>
            </a:r>
            <a:endParaRPr kumimoji="1" lang="zh-CN" altLang="en-US" sz="1200" b="1">
              <a:cs typeface="+mn-ea"/>
            </a:endParaRPr>
          </a:p>
          <a:p>
            <a:endParaRPr kumimoji="1" lang="zh-CN" altLang="en-US" sz="1200">
              <a:cs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2814A9-E7FE-4E7D-C339-C79267E3834A}"/>
              </a:ext>
            </a:extLst>
          </p:cNvPr>
          <p:cNvSpPr txBox="1"/>
          <p:nvPr/>
        </p:nvSpPr>
        <p:spPr>
          <a:xfrm>
            <a:off x="1440942" y="5674433"/>
            <a:ext cx="8588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0" i="0">
                <a:solidFill>
                  <a:srgbClr val="0F1115"/>
                </a:solidFill>
                <a:effectLst/>
                <a:latin typeface="quote-cjk-patch"/>
              </a:rPr>
              <a:t>当需要通过函数修改结构体指针的指向时（如在函数内动态分配内存），需要使用二级指针。二级指针存储一级指针的地址，从而允许在</a:t>
            </a:r>
            <a:r>
              <a:rPr lang="zh-CN" altLang="en-US" sz="1200" b="1" i="0">
                <a:solidFill>
                  <a:srgbClr val="0F1115"/>
                </a:solidFill>
                <a:effectLst/>
                <a:latin typeface="quote-cjk-patch"/>
              </a:rPr>
              <a:t>函数内部修改外部指针的指向</a:t>
            </a:r>
            <a:endParaRPr kumimoji="1" lang="zh-CN" altLang="en-US" sz="1200" b="1"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5f8c1633-75fe-4b4a-81ae-fcf08b0dcd4e.source.4.zh-Hans.pptx">
            <a:extLst>
              <a:ext uri="{FF2B5EF4-FFF2-40B4-BE49-F238E27FC236}">
                <a16:creationId xmlns:a16="http://schemas.microsoft.com/office/drawing/2014/main" id="{3795B6DB-1501-0923-01BE-B5E60574BE5E}"/>
              </a:ext>
            </a:extLst>
          </p:cNvPr>
          <p:cNvGrpSpPr/>
          <p:nvPr/>
        </p:nvGrpSpPr>
        <p:grpSpPr>
          <a:xfrm>
            <a:off x="660400" y="1125538"/>
            <a:ext cx="10871201" cy="5003800"/>
            <a:chOff x="660400" y="1125538"/>
            <a:chExt cx="10871201" cy="5003800"/>
          </a:xfrm>
        </p:grpSpPr>
        <p:sp>
          <p:nvSpPr>
            <p:cNvPr id="11" name="PictureMisc1">
              <a:extLst>
                <a:ext uri="{FF2B5EF4-FFF2-40B4-BE49-F238E27FC236}">
                  <a16:creationId xmlns:a16="http://schemas.microsoft.com/office/drawing/2014/main" id="{101571BF-07B8-5EF9-F117-D877ACB3F891}"/>
                </a:ext>
              </a:extLst>
            </p:cNvPr>
            <p:cNvSpPr/>
            <p:nvPr/>
          </p:nvSpPr>
          <p:spPr>
            <a:xfrm>
              <a:off x="660400" y="1125539"/>
              <a:ext cx="2566139" cy="3487419"/>
            </a:xfrm>
            <a:prstGeom prst="roundRect">
              <a:avLst>
                <a:gd name="adj" fmla="val 4500"/>
              </a:avLst>
            </a:prstGeom>
            <a:blipFill>
              <a:blip r:embed="rId3"/>
              <a:srcRect/>
              <a:stretch>
                <a:fillRect l="-68913" r="-68913"/>
              </a:stretch>
            </a:blipFill>
            <a:ln w="6031" cap="sq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2" name="连接符: 肘形 11">
              <a:extLst>
                <a:ext uri="{FF2B5EF4-FFF2-40B4-BE49-F238E27FC236}">
                  <a16:creationId xmlns:a16="http://schemas.microsoft.com/office/drawing/2014/main" id="{4ADB1E79-177F-95AC-EFAA-0201BB5F7F86}"/>
                </a:ext>
              </a:extLst>
            </p:cNvPr>
            <p:cNvCxnSpPr>
              <a:cxnSpLocks/>
              <a:stCxn id="39" idx="1"/>
              <a:endCxn id="31" idx="1"/>
            </p:cNvCxnSpPr>
            <p:nvPr/>
          </p:nvCxnSpPr>
          <p:spPr>
            <a:xfrm rot="10800000" flipV="1">
              <a:off x="3839060" y="1403106"/>
              <a:ext cx="12700" cy="3793806"/>
            </a:xfrm>
            <a:prstGeom prst="bentConnector3">
              <a:avLst>
                <a:gd name="adj1" fmla="val 1800000"/>
              </a:avLst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8CA12D1-CFB4-F1BB-D460-89FD92B069E3}"/>
                </a:ext>
              </a:extLst>
            </p:cNvPr>
            <p:cNvCxnSpPr>
              <a:cxnSpLocks/>
            </p:cNvCxnSpPr>
            <p:nvPr/>
          </p:nvCxnSpPr>
          <p:spPr>
            <a:xfrm>
              <a:off x="3620302" y="2667708"/>
              <a:ext cx="218757" cy="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3C7448C-8A4D-DFB1-870B-4FF554869EBD}"/>
                </a:ext>
              </a:extLst>
            </p:cNvPr>
            <p:cNvCxnSpPr>
              <a:cxnSpLocks/>
            </p:cNvCxnSpPr>
            <p:nvPr/>
          </p:nvCxnSpPr>
          <p:spPr>
            <a:xfrm>
              <a:off x="3620302" y="3932310"/>
              <a:ext cx="218757" cy="0"/>
            </a:xfrm>
            <a:prstGeom prst="line">
              <a:avLst/>
            </a:prstGeom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itle">
              <a:extLst>
                <a:ext uri="{FF2B5EF4-FFF2-40B4-BE49-F238E27FC236}">
                  <a16:creationId xmlns:a16="http://schemas.microsoft.com/office/drawing/2014/main" id="{F6D33ACB-8D10-D7AF-049A-2AE64B487BCF}"/>
                </a:ext>
              </a:extLst>
            </p:cNvPr>
            <p:cNvSpPr/>
            <p:nvPr/>
          </p:nvSpPr>
          <p:spPr>
            <a:xfrm>
              <a:off x="660400" y="4739958"/>
              <a:ext cx="2566139" cy="13893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rmAutofit/>
            </a:bodyPr>
            <a:lstStyle/>
            <a:p>
              <a:r>
                <a:rPr lang="zh-CN" altLang="en-US" sz="2000" b="1" dirty="0">
                  <a:solidFill>
                    <a:schemeClr val="tx1"/>
                  </a:solidFill>
                  <a:cs typeface="+mn-ea"/>
                  <a:sym typeface="+mn-lt"/>
                </a:rPr>
                <a:t>“-&gt;”优先级</a:t>
              </a:r>
              <a:r>
                <a:rPr lang="zh-CN" altLang="en-US" sz="2000" b="1">
                  <a:solidFill>
                    <a:schemeClr val="tx1"/>
                  </a:solidFill>
                  <a:cs typeface="+mn-ea"/>
                  <a:sym typeface="+mn-lt"/>
                </a:rPr>
                <a:t>高于“ * ”</a:t>
              </a:r>
              <a:r>
                <a:rPr lang="zh-CN" altLang="en-US" sz="2000" b="1" dirty="0">
                  <a:solidFill>
                    <a:schemeClr val="tx1"/>
                  </a:solidFill>
                  <a:cs typeface="+mn-ea"/>
                  <a:sym typeface="+mn-lt"/>
                </a:rPr>
                <a:t>，括号确保解引用先于成员访问</a:t>
              </a:r>
              <a:endParaRPr lang="en-US" dirty="0"/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23DC4FEE-D30F-25AB-5E2F-0223A99C2467}"/>
                </a:ext>
              </a:extLst>
            </p:cNvPr>
            <p:cNvGrpSpPr/>
            <p:nvPr/>
          </p:nvGrpSpPr>
          <p:grpSpPr>
            <a:xfrm>
              <a:off x="3839060" y="1125538"/>
              <a:ext cx="7692541" cy="1209992"/>
              <a:chOff x="3839060" y="1130300"/>
              <a:chExt cx="7692541" cy="1209992"/>
            </a:xfrm>
          </p:grpSpPr>
          <p:sp>
            <p:nvSpPr>
              <p:cNvPr id="39" name="Bullet1">
                <a:extLst>
                  <a:ext uri="{FF2B5EF4-FFF2-40B4-BE49-F238E27FC236}">
                    <a16:creationId xmlns:a16="http://schemas.microsoft.com/office/drawing/2014/main" id="{E8655D4B-4D7C-4E11-3F60-C5367E113F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39060" y="1130300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1"/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运算符优先级规则</a:t>
                </a:r>
                <a:endParaRPr lang="en-US" dirty="0"/>
              </a:p>
            </p:txBody>
          </p:sp>
          <p:sp>
            <p:nvSpPr>
              <p:cNvPr id="40" name="Text1">
                <a:extLst>
                  <a:ext uri="{FF2B5EF4-FFF2-40B4-BE49-F238E27FC236}">
                    <a16:creationId xmlns:a16="http://schemas.microsoft.com/office/drawing/2014/main" id="{D5BE4415-C6D5-5E75-14B2-CDF3581E9D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39060" y="1740046"/>
                <a:ext cx="7692541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在C语言中，</a:t>
                </a:r>
                <a:r>
                  <a:rPr kumimoji="1" lang="zh-CN" altLang="en-US" sz="12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箭头运算符-&gt;的优先级高于解引用</a:t>
                </a:r>
                <a:r>
                  <a:rPr kumimoji="1" lang="zh-CN" altLang="en-US" sz="1200" b="1">
                    <a:solidFill>
                      <a:schemeClr val="tx1"/>
                    </a:solidFill>
                    <a:cs typeface="+mn-ea"/>
                    <a:sym typeface="+mn-lt"/>
                  </a:rPr>
                  <a:t>*</a:t>
                </a: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，同时</a:t>
                </a:r>
                <a:r>
                  <a:rPr kumimoji="1" lang="en-US" altLang="zh-CN" sz="1200" b="1">
                    <a:solidFill>
                      <a:schemeClr val="tx1"/>
                    </a:solidFill>
                    <a:cs typeface="+mn-ea"/>
                    <a:sym typeface="+mn-lt"/>
                  </a:rPr>
                  <a:t>-&gt;</a:t>
                </a:r>
                <a:r>
                  <a:rPr kumimoji="1" lang="zh-CN" altLang="en-US" sz="1200" b="1">
                    <a:solidFill>
                      <a:schemeClr val="tx1"/>
                    </a:solidFill>
                    <a:cs typeface="+mn-ea"/>
                    <a:sym typeface="+mn-lt"/>
                  </a:rPr>
                  <a:t>运算符的优先级低于（）运算符</a:t>
                </a: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，因此</a:t>
                </a: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在结构体指针操作中需注意括号使用，避免因优先级导致访问错误成员或</a:t>
                </a: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编译失败</a:t>
                </a:r>
                <a:endParaRPr lang="en-US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43E2E54D-B0AB-0EA4-346E-1DD1568AF125}"/>
                </a:ext>
              </a:extLst>
            </p:cNvPr>
            <p:cNvGrpSpPr/>
            <p:nvPr/>
          </p:nvGrpSpPr>
          <p:grpSpPr>
            <a:xfrm>
              <a:off x="3839060" y="2390140"/>
              <a:ext cx="7692541" cy="1209992"/>
              <a:chOff x="3839060" y="2394902"/>
              <a:chExt cx="7692541" cy="1209992"/>
            </a:xfrm>
          </p:grpSpPr>
          <p:sp>
            <p:nvSpPr>
              <p:cNvPr id="36" name="Bullet2">
                <a:extLst>
                  <a:ext uri="{FF2B5EF4-FFF2-40B4-BE49-F238E27FC236}">
                    <a16:creationId xmlns:a16="http://schemas.microsoft.com/office/drawing/2014/main" id="{74CAE28F-06C0-2EDD-E2CB-8AC9B316C9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39060" y="2394902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2">
                  <a:alpha val="15000"/>
                </a:schemeClr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箭头与解引用等价性</a:t>
                </a:r>
                <a:endParaRPr lang="en-US" dirty="0"/>
              </a:p>
            </p:txBody>
          </p:sp>
          <p:sp>
            <p:nvSpPr>
              <p:cNvPr id="38" name="Text2">
                <a:extLst>
                  <a:ext uri="{FF2B5EF4-FFF2-40B4-BE49-F238E27FC236}">
                    <a16:creationId xmlns:a16="http://schemas.microsoft.com/office/drawing/2014/main" id="{DF7E48C0-3ABD-4E7C-B10C-C59B97369C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39060" y="3004648"/>
                <a:ext cx="7692541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表达式p-&gt;member等价于(*p).member，其中p为指向结构体的指针，理解该等价性有助于掌握底层内存访问机制及符号</a:t>
                </a: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选择依据</a:t>
                </a:r>
                <a:endParaRPr lang="en-US" dirty="0"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AD4AF6D1-975D-3F68-863D-515A4BECC87C}"/>
                </a:ext>
              </a:extLst>
            </p:cNvPr>
            <p:cNvGrpSpPr/>
            <p:nvPr/>
          </p:nvGrpSpPr>
          <p:grpSpPr>
            <a:xfrm>
              <a:off x="3839060" y="3654742"/>
              <a:ext cx="7692541" cy="1209992"/>
              <a:chOff x="3839060" y="3659504"/>
              <a:chExt cx="7692541" cy="1209992"/>
            </a:xfrm>
          </p:grpSpPr>
          <p:sp>
            <p:nvSpPr>
              <p:cNvPr id="33" name="Bullet3">
                <a:extLst>
                  <a:ext uri="{FF2B5EF4-FFF2-40B4-BE49-F238E27FC236}">
                    <a16:creationId xmlns:a16="http://schemas.microsoft.com/office/drawing/2014/main" id="{78232EC1-C106-D76D-5C79-F592B2B4FB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39060" y="3659504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1"/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括号强制提升优先级</a:t>
                </a:r>
                <a:endParaRPr lang="en-US" dirty="0"/>
              </a:p>
            </p:txBody>
          </p:sp>
          <p:sp>
            <p:nvSpPr>
              <p:cNvPr id="34" name="Text3">
                <a:extLst>
                  <a:ext uri="{FF2B5EF4-FFF2-40B4-BE49-F238E27FC236}">
                    <a16:creationId xmlns:a16="http://schemas.microsoft.com/office/drawing/2014/main" id="{0B0A8B4C-2685-DB1E-AA01-96CF6ADA93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39060" y="4269250"/>
                <a:ext cx="7692541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当表达式复杂时，通过</a:t>
                </a:r>
                <a:r>
                  <a:rPr kumimoji="1" lang="zh-CN" altLang="en-US" sz="1200" b="1">
                    <a:solidFill>
                      <a:schemeClr val="tx1"/>
                    </a:solidFill>
                    <a:cs typeface="+mn-ea"/>
                    <a:sym typeface="+mn-lt"/>
                  </a:rPr>
                  <a:t>添加括号</a:t>
                </a: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可明确解引用操作顺序，确保先对指针解引用再访问成员，防止因运算符优先级引发逻辑错误，</a:t>
                </a:r>
                <a:r>
                  <a:rPr kumimoji="1" lang="zh-CN" altLang="en-US" sz="1200" b="1">
                    <a:solidFill>
                      <a:schemeClr val="tx1"/>
                    </a:solidFill>
                    <a:cs typeface="+mn-ea"/>
                    <a:sym typeface="+mn-lt"/>
                  </a:rPr>
                  <a:t>如 </a:t>
                </a:r>
                <a:r>
                  <a:rPr kumimoji="1" lang="en-US" altLang="zh-CN" sz="1200" b="1">
                    <a:solidFill>
                      <a:schemeClr val="tx1"/>
                    </a:solidFill>
                    <a:cs typeface="+mn-ea"/>
                    <a:sym typeface="+mn-lt"/>
                  </a:rPr>
                  <a:t>*p.menber = 20</a:t>
                </a:r>
                <a:r>
                  <a:rPr kumimoji="1" lang="zh-CN" altLang="en-US" sz="1200" b="1">
                    <a:solidFill>
                      <a:schemeClr val="tx1"/>
                    </a:solidFill>
                    <a:cs typeface="+mn-ea"/>
                    <a:sym typeface="+mn-lt"/>
                  </a:rPr>
                  <a:t>类型的错误，在于解引用的优先级高于了成员选择运算符</a:t>
                </a:r>
                <a:r>
                  <a:rPr kumimoji="1" lang="en-US" altLang="zh-CN" sz="1200" b="1">
                    <a:solidFill>
                      <a:schemeClr val="tx1"/>
                    </a:solidFill>
                    <a:cs typeface="+mn-ea"/>
                    <a:sym typeface="+mn-lt"/>
                  </a:rPr>
                  <a:t> </a:t>
                </a:r>
                <a:endParaRPr lang="en-US" b="1" dirty="0"/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060C57F-6658-E47F-AFE2-61CA1FC153C7}"/>
                </a:ext>
              </a:extLst>
            </p:cNvPr>
            <p:cNvGrpSpPr/>
            <p:nvPr/>
          </p:nvGrpSpPr>
          <p:grpSpPr>
            <a:xfrm>
              <a:off x="3839060" y="4919344"/>
              <a:ext cx="7692541" cy="1209994"/>
              <a:chOff x="3839060" y="4924106"/>
              <a:chExt cx="7692541" cy="1209994"/>
            </a:xfrm>
          </p:grpSpPr>
          <p:sp>
            <p:nvSpPr>
              <p:cNvPr id="31" name="Bullet4">
                <a:extLst>
                  <a:ext uri="{FF2B5EF4-FFF2-40B4-BE49-F238E27FC236}">
                    <a16:creationId xmlns:a16="http://schemas.microsoft.com/office/drawing/2014/main" id="{D9C9A7D0-6615-2994-791F-1458702E9E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39060" y="4924106"/>
                <a:ext cx="3540009" cy="555136"/>
              </a:xfrm>
              <a:prstGeom prst="roundRect">
                <a:avLst>
                  <a:gd name="adj" fmla="val 7074"/>
                </a:avLst>
              </a:prstGeom>
              <a:solidFill>
                <a:schemeClr val="accent2">
                  <a:alpha val="15000"/>
                </a:schemeClr>
              </a:solidFill>
              <a:ln w="6350" cap="sq">
                <a:noFill/>
                <a:prstDash val="solid"/>
                <a:miter/>
              </a:ln>
            </p:spPr>
            <p:txBody>
              <a:bodyPr wrap="non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6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复合表达式中的影响</a:t>
                </a:r>
                <a:endParaRPr lang="en-US" dirty="0"/>
              </a:p>
            </p:txBody>
          </p:sp>
          <p:sp>
            <p:nvSpPr>
              <p:cNvPr id="32" name="Text4">
                <a:extLst>
                  <a:ext uri="{FF2B5EF4-FFF2-40B4-BE49-F238E27FC236}">
                    <a16:creationId xmlns:a16="http://schemas.microsoft.com/office/drawing/2014/main" id="{E72F797F-533E-0D0F-DC59-A05C08F241C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839060" y="5533854"/>
                <a:ext cx="7692541" cy="6002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在包含多重指针、数组或函数调用的复合表达式中，运算符优先级差异可能导致实际执行路径偏离预期，需结合上下文</a:t>
                </a: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谨慎分析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运算符优先级影响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c441954-5502-4bf5-ad58-7e6e78906d8a.source.3.zh-Hans.pptx">
            <a:extLst>
              <a:ext uri="{FF2B5EF4-FFF2-40B4-BE49-F238E27FC236}">
                <a16:creationId xmlns:a16="http://schemas.microsoft.com/office/drawing/2014/main" id="{1F1EF90E-BA3D-B862-1451-B842733BAACA}"/>
              </a:ext>
            </a:extLst>
          </p:cNvPr>
          <p:cNvGrpSpPr/>
          <p:nvPr/>
        </p:nvGrpSpPr>
        <p:grpSpPr>
          <a:xfrm>
            <a:off x="0" y="0"/>
            <a:ext cx="11518900" cy="6171334"/>
            <a:chOff x="0" y="0"/>
            <a:chExt cx="11518900" cy="6171334"/>
          </a:xfrm>
        </p:grpSpPr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AF00A891-871B-5403-792A-3CFA2DE88EA2}"/>
                </a:ext>
              </a:extLst>
            </p:cNvPr>
            <p:cNvSpPr/>
            <p:nvPr/>
          </p:nvSpPr>
          <p:spPr>
            <a:xfrm>
              <a:off x="0" y="0"/>
              <a:ext cx="11452487" cy="6171334"/>
            </a:xfrm>
            <a:custGeom>
              <a:avLst/>
              <a:gdLst>
                <a:gd name="connsiteX0" fmla="*/ 11253559 w 11452487"/>
                <a:gd name="connsiteY0" fmla="*/ 0 h 6171334"/>
                <a:gd name="connsiteX1" fmla="*/ 11452487 w 11452487"/>
                <a:gd name="connsiteY1" fmla="*/ 0 h 6171334"/>
                <a:gd name="connsiteX2" fmla="*/ 11357560 w 11452487"/>
                <a:gd name="connsiteY2" fmla="*/ 67593 h 6171334"/>
                <a:gd name="connsiteX3" fmla="*/ 10356819 w 11452487"/>
                <a:gd name="connsiteY3" fmla="*/ 1028512 h 6171334"/>
                <a:gd name="connsiteX4" fmla="*/ 8203539 w 11452487"/>
                <a:gd name="connsiteY4" fmla="*/ 1956880 h 6171334"/>
                <a:gd name="connsiteX5" fmla="*/ 6515173 w 11452487"/>
                <a:gd name="connsiteY5" fmla="*/ 3875096 h 6171334"/>
                <a:gd name="connsiteX6" fmla="*/ 4508709 w 11452487"/>
                <a:gd name="connsiteY6" fmla="*/ 4662056 h 6171334"/>
                <a:gd name="connsiteX7" fmla="*/ 2508360 w 11452487"/>
                <a:gd name="connsiteY7" fmla="*/ 6094569 h 6171334"/>
                <a:gd name="connsiteX8" fmla="*/ 465190 w 11452487"/>
                <a:gd name="connsiteY8" fmla="*/ 6076126 h 6171334"/>
                <a:gd name="connsiteX9" fmla="*/ 80340 w 11452487"/>
                <a:gd name="connsiteY9" fmla="*/ 6048027 h 6171334"/>
                <a:gd name="connsiteX10" fmla="*/ 0 w 11452487"/>
                <a:gd name="connsiteY10" fmla="*/ 6058190 h 6171334"/>
                <a:gd name="connsiteX11" fmla="*/ 0 w 11452487"/>
                <a:gd name="connsiteY11" fmla="*/ 5951877 h 6171334"/>
                <a:gd name="connsiteX12" fmla="*/ 13217 w 11452487"/>
                <a:gd name="connsiteY12" fmla="*/ 5950206 h 6171334"/>
                <a:gd name="connsiteX13" fmla="*/ 398067 w 11452487"/>
                <a:gd name="connsiteY13" fmla="*/ 5978305 h 6171334"/>
                <a:gd name="connsiteX14" fmla="*/ 2441237 w 11452487"/>
                <a:gd name="connsiteY14" fmla="*/ 5996748 h 6171334"/>
                <a:gd name="connsiteX15" fmla="*/ 4441585 w 11452487"/>
                <a:gd name="connsiteY15" fmla="*/ 4564235 h 6171334"/>
                <a:gd name="connsiteX16" fmla="*/ 6448050 w 11452487"/>
                <a:gd name="connsiteY16" fmla="*/ 3777274 h 6171334"/>
                <a:gd name="connsiteX17" fmla="*/ 8136416 w 11452487"/>
                <a:gd name="connsiteY17" fmla="*/ 1859058 h 6171334"/>
                <a:gd name="connsiteX18" fmla="*/ 10289696 w 11452487"/>
                <a:gd name="connsiteY18" fmla="*/ 930691 h 6171334"/>
                <a:gd name="connsiteX19" fmla="*/ 11147862 w 11452487"/>
                <a:gd name="connsiteY19" fmla="*/ 85037 h 617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452487" h="6171334">
                  <a:moveTo>
                    <a:pt x="11253559" y="0"/>
                  </a:moveTo>
                  <a:lnTo>
                    <a:pt x="11452487" y="0"/>
                  </a:lnTo>
                  <a:lnTo>
                    <a:pt x="11357560" y="67593"/>
                  </a:lnTo>
                  <a:cubicBezTo>
                    <a:pt x="11052382" y="302280"/>
                    <a:pt x="10723688" y="637033"/>
                    <a:pt x="10356819" y="1028512"/>
                  </a:cubicBezTo>
                  <a:cubicBezTo>
                    <a:pt x="9861320" y="1557251"/>
                    <a:pt x="9200654" y="1735547"/>
                    <a:pt x="8203539" y="1956880"/>
                  </a:cubicBezTo>
                  <a:cubicBezTo>
                    <a:pt x="7122128" y="2196903"/>
                    <a:pt x="7041258" y="3161914"/>
                    <a:pt x="6515173" y="3875096"/>
                  </a:cubicBezTo>
                  <a:cubicBezTo>
                    <a:pt x="5989087" y="4588279"/>
                    <a:pt x="5120435" y="4385391"/>
                    <a:pt x="4508709" y="4662056"/>
                  </a:cubicBezTo>
                  <a:cubicBezTo>
                    <a:pt x="3896980" y="4938722"/>
                    <a:pt x="3181259" y="5959311"/>
                    <a:pt x="2508360" y="6094569"/>
                  </a:cubicBezTo>
                  <a:cubicBezTo>
                    <a:pt x="1835459" y="6229830"/>
                    <a:pt x="887282" y="6162199"/>
                    <a:pt x="465190" y="6076126"/>
                  </a:cubicBezTo>
                  <a:cubicBezTo>
                    <a:pt x="306906" y="6043848"/>
                    <a:pt x="178730" y="6040102"/>
                    <a:pt x="80340" y="6048027"/>
                  </a:cubicBezTo>
                  <a:lnTo>
                    <a:pt x="0" y="6058190"/>
                  </a:lnTo>
                  <a:lnTo>
                    <a:pt x="0" y="5951877"/>
                  </a:lnTo>
                  <a:lnTo>
                    <a:pt x="13217" y="5950206"/>
                  </a:lnTo>
                  <a:cubicBezTo>
                    <a:pt x="111607" y="5942281"/>
                    <a:pt x="239783" y="5946027"/>
                    <a:pt x="398067" y="5978305"/>
                  </a:cubicBezTo>
                  <a:cubicBezTo>
                    <a:pt x="820159" y="6064378"/>
                    <a:pt x="1768336" y="6132008"/>
                    <a:pt x="2441237" y="5996748"/>
                  </a:cubicBezTo>
                  <a:cubicBezTo>
                    <a:pt x="3114136" y="5861490"/>
                    <a:pt x="3829857" y="4840901"/>
                    <a:pt x="4441585" y="4564235"/>
                  </a:cubicBezTo>
                  <a:cubicBezTo>
                    <a:pt x="5053312" y="4287570"/>
                    <a:pt x="5921964" y="4490458"/>
                    <a:pt x="6448050" y="3777274"/>
                  </a:cubicBezTo>
                  <a:cubicBezTo>
                    <a:pt x="6974135" y="3064092"/>
                    <a:pt x="7055005" y="2099082"/>
                    <a:pt x="8136416" y="1859058"/>
                  </a:cubicBezTo>
                  <a:cubicBezTo>
                    <a:pt x="9133531" y="1637726"/>
                    <a:pt x="9794197" y="1459430"/>
                    <a:pt x="10289696" y="930691"/>
                  </a:cubicBezTo>
                  <a:cubicBezTo>
                    <a:pt x="10600123" y="599439"/>
                    <a:pt x="10883219" y="308802"/>
                    <a:pt x="11147862" y="8503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342900" indent="-342900" defTabSz="895350">
                <a:buSzPct val="120000"/>
              </a:pPr>
              <a:endParaRPr lang="zh-CN" altLang="en-US" sz="16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Title">
              <a:extLst>
                <a:ext uri="{FF2B5EF4-FFF2-40B4-BE49-F238E27FC236}">
                  <a16:creationId xmlns:a16="http://schemas.microsoft.com/office/drawing/2014/main" id="{89809FC2-E8E8-DD5D-AB51-07B7FB0FC232}"/>
                </a:ext>
              </a:extLst>
            </p:cNvPr>
            <p:cNvSpPr>
              <a:spLocks/>
            </p:cNvSpPr>
            <p:nvPr/>
          </p:nvSpPr>
          <p:spPr>
            <a:xfrm>
              <a:off x="660400" y="1130300"/>
              <a:ext cx="6477000" cy="7874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rmAutofit lnSpcReduction="10000"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使用p-&gt;inner_struct.member或p-&gt;inner_struct-&gt;member</a:t>
              </a:r>
              <a:endParaRPr lang="en-US" dirty="0"/>
            </a:p>
          </p:txBody>
        </p:sp>
        <p:cxnSp>
          <p:nvCxnSpPr>
            <p:cNvPr id="73" name="Line2">
              <a:extLst>
                <a:ext uri="{FF2B5EF4-FFF2-40B4-BE49-F238E27FC236}">
                  <a16:creationId xmlns:a16="http://schemas.microsoft.com/office/drawing/2014/main" id="{78B72EE1-57AD-F283-F429-C48590DD2F7F}"/>
                </a:ext>
              </a:extLst>
            </p:cNvPr>
            <p:cNvCxnSpPr>
              <a:cxnSpLocks/>
              <a:stCxn id="74" idx="3"/>
              <a:endCxn id="75" idx="2"/>
            </p:cNvCxnSpPr>
            <p:nvPr/>
          </p:nvCxnSpPr>
          <p:spPr>
            <a:xfrm>
              <a:off x="3679530" y="3030358"/>
              <a:ext cx="3065101" cy="0"/>
            </a:xfrm>
            <a:prstGeom prst="line">
              <a:avLst/>
            </a:prstGeom>
            <a:ln w="19050">
              <a:solidFill>
                <a:schemeClr val="accent1">
                  <a:alpha val="7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Line2">
              <a:extLst>
                <a:ext uri="{FF2B5EF4-FFF2-40B4-BE49-F238E27FC236}">
                  <a16:creationId xmlns:a16="http://schemas.microsoft.com/office/drawing/2014/main" id="{213214E8-762C-B50D-4322-FC47ED067995}"/>
                </a:ext>
              </a:extLst>
            </p:cNvPr>
            <p:cNvCxnSpPr>
              <a:cxnSpLocks/>
              <a:stCxn id="92" idx="3"/>
              <a:endCxn id="93" idx="2"/>
            </p:cNvCxnSpPr>
            <p:nvPr/>
          </p:nvCxnSpPr>
          <p:spPr>
            <a:xfrm flipH="1">
              <a:off x="4254029" y="4807996"/>
              <a:ext cx="373971" cy="0"/>
            </a:xfrm>
            <a:prstGeom prst="line">
              <a:avLst/>
            </a:prstGeom>
            <a:ln w="19050">
              <a:solidFill>
                <a:schemeClr val="accent1">
                  <a:alpha val="7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E2A53489-9101-0637-72F4-2F1121830131}"/>
                </a:ext>
              </a:extLst>
            </p:cNvPr>
            <p:cNvGrpSpPr/>
            <p:nvPr/>
          </p:nvGrpSpPr>
          <p:grpSpPr>
            <a:xfrm>
              <a:off x="901700" y="2725420"/>
              <a:ext cx="6130931" cy="1617980"/>
              <a:chOff x="-965200" y="4135120"/>
              <a:chExt cx="6130931" cy="1617980"/>
            </a:xfrm>
          </p:grpSpPr>
          <p:sp>
            <p:nvSpPr>
              <p:cNvPr id="72" name="Text1">
                <a:extLst>
                  <a:ext uri="{FF2B5EF4-FFF2-40B4-BE49-F238E27FC236}">
                    <a16:creationId xmlns:a16="http://schemas.microsoft.com/office/drawing/2014/main" id="{F28B362C-4FC7-D21A-081A-73530FEBDD27}"/>
                  </a:ext>
                </a:extLst>
              </p:cNvPr>
              <p:cNvSpPr txBox="1"/>
              <p:nvPr/>
            </p:nvSpPr>
            <p:spPr>
              <a:xfrm>
                <a:off x="-965200" y="4785226"/>
                <a:ext cx="5041900" cy="96787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通过指向结构体的指针，</a:t>
                </a:r>
                <a:r>
                  <a:rPr lang="zh-CN" alt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使用“-&gt;”操作符可</a:t>
                </a:r>
                <a:r>
                  <a:rPr lang="zh-CN" altLang="en-US" sz="1200"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直接访问结构成员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，尤其在多层嵌套中，逐级解引用能精准定位内部变量。</a:t>
                </a:r>
                <a:endParaRPr lang="en-US" dirty="0"/>
              </a:p>
            </p:txBody>
          </p:sp>
          <p:sp>
            <p:nvSpPr>
              <p:cNvPr id="74" name="Bullet1">
                <a:extLst>
                  <a:ext uri="{FF2B5EF4-FFF2-40B4-BE49-F238E27FC236}">
                    <a16:creationId xmlns:a16="http://schemas.microsoft.com/office/drawing/2014/main" id="{2284B536-9522-F93A-34D8-D7DA46650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5200" y="4135120"/>
                <a:ext cx="2777830" cy="609876"/>
              </a:xfrm>
              <a:prstGeom prst="roundRect">
                <a:avLst>
                  <a:gd name="adj" fmla="val 1133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指针访问基础</a:t>
                </a:r>
                <a:endParaRPr lang="en-US" dirty="0"/>
              </a:p>
            </p:txBody>
          </p:sp>
          <p:sp>
            <p:nvSpPr>
              <p:cNvPr id="75" name="Shape1">
                <a:extLst>
                  <a:ext uri="{FF2B5EF4-FFF2-40B4-BE49-F238E27FC236}">
                    <a16:creationId xmlns:a16="http://schemas.microsoft.com/office/drawing/2014/main" id="{D7F78A1A-E620-DCC0-CF03-42FC683C7B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7731" y="4296058"/>
                <a:ext cx="288000" cy="288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solidFill>
                  <a:srgbClr val="FFFFFF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/>
              <a:p>
                <a:pPr defTabSz="913765"/>
                <a:endParaRPr lang="zh-CN" altLang="en-US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351C3788-99F5-A102-1FB4-0D02D90A3714}"/>
                </a:ext>
              </a:extLst>
            </p:cNvPr>
            <p:cNvGrpSpPr/>
            <p:nvPr/>
          </p:nvGrpSpPr>
          <p:grpSpPr>
            <a:xfrm>
              <a:off x="7687430" y="1887776"/>
              <a:ext cx="3831470" cy="2392124"/>
              <a:chOff x="7916030" y="1760776"/>
              <a:chExt cx="3831470" cy="2392124"/>
            </a:xfrm>
          </p:grpSpPr>
          <p:sp>
            <p:nvSpPr>
              <p:cNvPr id="96" name="Text2">
                <a:extLst>
                  <a:ext uri="{FF2B5EF4-FFF2-40B4-BE49-F238E27FC236}">
                    <a16:creationId xmlns:a16="http://schemas.microsoft.com/office/drawing/2014/main" id="{EE6A0832-7B3F-99DC-78F9-E73A349348C8}"/>
                  </a:ext>
                </a:extLst>
              </p:cNvPr>
              <p:cNvSpPr txBox="1"/>
              <p:nvPr/>
            </p:nvSpPr>
            <p:spPr>
              <a:xfrm flipH="1">
                <a:off x="7916030" y="2780804"/>
                <a:ext cx="3831470" cy="137209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当结构体成员为另一结构体时，需通过</a:t>
                </a:r>
                <a:r>
                  <a:rPr lang="zh-CN" alt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p-&gt;outer.inner形式逐层访问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，确保路径正确，避免内存非法</a:t>
                </a:r>
                <a:r>
                  <a:rPr lang="zh-CN" altLang="en-US" sz="12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访问错误</a:t>
                </a:r>
                <a:endParaRPr lang="en-US" dirty="0"/>
              </a:p>
            </p:txBody>
          </p:sp>
          <p:sp>
            <p:nvSpPr>
              <p:cNvPr id="98" name="Bullet2">
                <a:extLst>
                  <a:ext uri="{FF2B5EF4-FFF2-40B4-BE49-F238E27FC236}">
                    <a16:creationId xmlns:a16="http://schemas.microsoft.com/office/drawing/2014/main" id="{3D6B8417-B48F-9867-1FCB-5882106D2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916030" y="2176418"/>
                <a:ext cx="2777830" cy="609876"/>
              </a:xfrm>
              <a:prstGeom prst="roundRect">
                <a:avLst>
                  <a:gd name="adj" fmla="val 1133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多层嵌套访问</a:t>
                </a:r>
                <a:endParaRPr lang="en-US" dirty="0"/>
              </a:p>
            </p:txBody>
          </p:sp>
          <p:sp>
            <p:nvSpPr>
              <p:cNvPr id="99" name="Shape2">
                <a:extLst>
                  <a:ext uri="{FF2B5EF4-FFF2-40B4-BE49-F238E27FC236}">
                    <a16:creationId xmlns:a16="http://schemas.microsoft.com/office/drawing/2014/main" id="{AA287B3E-D349-FFFF-C525-EFC70BFB902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953829" y="1760776"/>
                <a:ext cx="288000" cy="288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solidFill>
                  <a:srgbClr val="FFFFFF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/>
              <a:p>
                <a:pPr defTabSz="913765"/>
                <a:endParaRPr lang="zh-CN" altLang="en-US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CDB47EEC-2CDC-D135-6073-650E61D7F3CD}"/>
                </a:ext>
              </a:extLst>
            </p:cNvPr>
            <p:cNvGrpSpPr/>
            <p:nvPr/>
          </p:nvGrpSpPr>
          <p:grpSpPr>
            <a:xfrm>
              <a:off x="3966029" y="4503058"/>
              <a:ext cx="7425871" cy="1631042"/>
              <a:chOff x="6239329" y="3588658"/>
              <a:chExt cx="7425871" cy="1631042"/>
            </a:xfrm>
          </p:grpSpPr>
          <p:sp>
            <p:nvSpPr>
              <p:cNvPr id="90" name="Text3">
                <a:extLst>
                  <a:ext uri="{FF2B5EF4-FFF2-40B4-BE49-F238E27FC236}">
                    <a16:creationId xmlns:a16="http://schemas.microsoft.com/office/drawing/2014/main" id="{CEF70560-435B-6721-7FDB-E02A85203ABA}"/>
                  </a:ext>
                </a:extLst>
              </p:cNvPr>
              <p:cNvSpPr txBox="1"/>
              <p:nvPr/>
            </p:nvSpPr>
            <p:spPr>
              <a:xfrm flipH="1">
                <a:off x="6901300" y="4238764"/>
                <a:ext cx="6763900" cy="9809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在涉及多级指针时，如struct A **p，需</a:t>
                </a:r>
                <a:r>
                  <a:rPr lang="zh-CN" altLang="en-US" sz="12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先解引用至一级指针</a:t>
                </a:r>
                <a:r>
                  <a:rPr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，再按结构关系访问嵌套成员，保证类型匹配与地址对齐。</a:t>
                </a:r>
                <a:endParaRPr lang="en-US" dirty="0"/>
              </a:p>
            </p:txBody>
          </p:sp>
          <p:sp>
            <p:nvSpPr>
              <p:cNvPr id="92" name="Bullet3">
                <a:extLst>
                  <a:ext uri="{FF2B5EF4-FFF2-40B4-BE49-F238E27FC236}">
                    <a16:creationId xmlns:a16="http://schemas.microsoft.com/office/drawing/2014/main" id="{0408FC63-CC0B-4D15-2EFD-436275FDD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6901300" y="3588658"/>
                <a:ext cx="2777830" cy="609876"/>
              </a:xfrm>
              <a:prstGeom prst="roundRect">
                <a:avLst>
                  <a:gd name="adj" fmla="val 1133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指针层级转换</a:t>
                </a:r>
                <a:endParaRPr lang="en-US" dirty="0"/>
              </a:p>
            </p:txBody>
          </p:sp>
          <p:sp>
            <p:nvSpPr>
              <p:cNvPr id="93" name="Shape3">
                <a:extLst>
                  <a:ext uri="{FF2B5EF4-FFF2-40B4-BE49-F238E27FC236}">
                    <a16:creationId xmlns:a16="http://schemas.microsoft.com/office/drawing/2014/main" id="{1F845191-49C7-ED20-9894-21C86F80C25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39329" y="3749596"/>
                <a:ext cx="288000" cy="288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solidFill>
                  <a:srgbClr val="FFFFFF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7500" lnSpcReduction="20000"/>
              </a:bodyPr>
              <a:lstStyle/>
              <a:p>
                <a:pPr defTabSz="913765"/>
                <a:endParaRPr lang="zh-CN" altLang="en-US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访问嵌套结构内部成员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AC8314-AA20-3919-8002-7A52402AA172}"/>
              </a:ext>
            </a:extLst>
          </p:cNvPr>
          <p:cNvSpPr txBox="1"/>
          <p:nvPr/>
        </p:nvSpPr>
        <p:spPr>
          <a:xfrm>
            <a:off x="936187" y="3945980"/>
            <a:ext cx="315684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/>
              <a:t>指针访问的常见模式：</a:t>
            </a:r>
          </a:p>
          <a:p>
            <a:r>
              <a:rPr lang="en-US" altLang="zh-CN" sz="1000"/>
              <a:t>1.</a:t>
            </a:r>
            <a:r>
              <a:rPr lang="zh-CN" altLang="en-US" sz="1000"/>
              <a:t>本质是取“地址”，结合*进行“解”地址，进而得到值（常用到数组上）</a:t>
            </a:r>
          </a:p>
          <a:p>
            <a:r>
              <a:rPr lang="en-US" altLang="zh-CN" sz="1000"/>
              <a:t>2.%p</a:t>
            </a:r>
          </a:p>
          <a:p>
            <a:r>
              <a:rPr lang="en-US" altLang="zh-CN" sz="1000"/>
              <a:t>3.</a:t>
            </a:r>
            <a:r>
              <a:rPr lang="zh-CN" altLang="en-US" sz="1000"/>
              <a:t>不允许“野指针”，实在不行，要定义为空指针</a:t>
            </a:r>
            <a:r>
              <a:rPr lang="en-US" altLang="zh-CN" sz="1000"/>
              <a:t>NULL</a:t>
            </a:r>
          </a:p>
          <a:p>
            <a:r>
              <a:rPr lang="en-US" altLang="zh-CN" sz="1000"/>
              <a:t>4.</a:t>
            </a:r>
            <a:r>
              <a:rPr lang="zh-CN" altLang="en-US" sz="1000"/>
              <a:t>比如说：* 指针变量被再次赋值到某个具体的数，同时也会改变它对应原来变量的值</a:t>
            </a:r>
          </a:p>
          <a:p>
            <a:r>
              <a:rPr lang="en-US" altLang="zh-CN" sz="1000"/>
              <a:t>int a</a:t>
            </a:r>
            <a:r>
              <a:rPr lang="zh-CN" altLang="en-US" sz="1000"/>
              <a:t>＝</a:t>
            </a:r>
            <a:r>
              <a:rPr lang="en-US" altLang="zh-CN" sz="1000"/>
              <a:t>2</a:t>
            </a:r>
          </a:p>
          <a:p>
            <a:r>
              <a:rPr lang="en-US" altLang="zh-CN" sz="1000"/>
              <a:t>int *p</a:t>
            </a:r>
            <a:r>
              <a:rPr lang="zh-CN" altLang="en-US" sz="1000"/>
              <a:t>＝</a:t>
            </a:r>
            <a:r>
              <a:rPr lang="en-US" altLang="zh-CN" sz="1000"/>
              <a:t>&amp;a</a:t>
            </a:r>
          </a:p>
          <a:p>
            <a:r>
              <a:rPr lang="en-US" altLang="zh-CN" sz="1000"/>
              <a:t>*p</a:t>
            </a:r>
            <a:r>
              <a:rPr lang="zh-CN" altLang="en-US" sz="1000"/>
              <a:t>＝</a:t>
            </a:r>
            <a:r>
              <a:rPr lang="en-US" altLang="zh-CN" sz="1000"/>
              <a:t>3</a:t>
            </a:r>
          </a:p>
          <a:p>
            <a:r>
              <a:rPr lang="zh-CN" altLang="en-US" sz="1000"/>
              <a:t>则此时</a:t>
            </a:r>
            <a:r>
              <a:rPr lang="en-US" altLang="zh-CN" sz="1000"/>
              <a:t>a</a:t>
            </a:r>
            <a:r>
              <a:rPr lang="zh-CN" altLang="en-US" sz="1000"/>
              <a:t>的值也变为</a:t>
            </a:r>
            <a:r>
              <a:rPr lang="en-US" altLang="zh-CN" sz="1000"/>
              <a:t>3</a:t>
            </a:r>
            <a:r>
              <a:rPr lang="zh-CN" altLang="en-US" sz="1000"/>
              <a:t>了</a:t>
            </a:r>
          </a:p>
          <a:p>
            <a:r>
              <a:rPr lang="en-US" altLang="zh-CN" sz="1000"/>
              <a:t>5.</a:t>
            </a:r>
            <a:r>
              <a:rPr lang="zh-CN" altLang="en-US" sz="1000"/>
              <a:t>结合</a:t>
            </a:r>
            <a:r>
              <a:rPr lang="en-US" altLang="zh-CN" sz="1000"/>
              <a:t>++ --</a:t>
            </a:r>
            <a:r>
              <a:rPr lang="zh-CN" altLang="en-US" sz="1000"/>
              <a:t>使用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设计两类结构体</a:t>
            </a:r>
            <a:r>
              <a:rPr lang="zh-CN" altLang="en-US"/>
              <a:t>并测试</a:t>
            </a:r>
            <a:endParaRPr lang="en-US" dirty="0"/>
          </a:p>
        </p:txBody>
      </p:sp>
      <p:pic>
        <p:nvPicPr>
          <p:cNvPr id="7" name="图片 6" descr="电脑萤幕的截图&#10;&#10;AI 生成的内容可能不正确。">
            <a:hlinkClick r:id="rId3" action="ppaction://hlinkfile"/>
            <a:extLst>
              <a:ext uri="{FF2B5EF4-FFF2-40B4-BE49-F238E27FC236}">
                <a16:creationId xmlns:a16="http://schemas.microsoft.com/office/drawing/2014/main" id="{82A399E0-8210-6A22-0FB6-0223014B6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" y="1544933"/>
            <a:ext cx="5140375" cy="3929513"/>
          </a:xfrm>
          <a:prstGeom prst="rect">
            <a:avLst/>
          </a:prstGeom>
          <a:effectLst>
            <a:outerShdw blurRad="50800" dist="38100" dir="2700000" sx="103000" sy="103000" algn="tl" rotWithShape="0">
              <a:prstClr val="black">
                <a:alpha val="68000"/>
              </a:prst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AA022D-787B-09F1-E8A9-E53DF82389F0}"/>
              </a:ext>
            </a:extLst>
          </p:cNvPr>
          <p:cNvSpPr txBox="1"/>
          <p:nvPr/>
        </p:nvSpPr>
        <p:spPr>
          <a:xfrm>
            <a:off x="1908630" y="5692197"/>
            <a:ext cx="3505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使用两种方式访问成员</a:t>
            </a:r>
          </a:p>
        </p:txBody>
      </p:sp>
      <p:sp>
        <p:nvSpPr>
          <p:cNvPr id="8" name="文本框 7">
            <a:hlinkClick r:id="rId5" action="ppaction://hlinkfile"/>
            <a:extLst>
              <a:ext uri="{FF2B5EF4-FFF2-40B4-BE49-F238E27FC236}">
                <a16:creationId xmlns:a16="http://schemas.microsoft.com/office/drawing/2014/main" id="{3A1230BA-2F71-F8F1-91F1-773188A73A56}"/>
              </a:ext>
            </a:extLst>
          </p:cNvPr>
          <p:cNvSpPr txBox="1"/>
          <p:nvPr/>
        </p:nvSpPr>
        <p:spPr>
          <a:xfrm>
            <a:off x="7634515" y="5692197"/>
            <a:ext cx="345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Glow Sans J Extended ExtraBold" panose="020B0400000000000000" pitchFamily="34" charset="-128"/>
                <a:ea typeface="Glow Sans J Extended ExtraBold" panose="020B0400000000000000" pitchFamily="34" charset="-128"/>
              </a:rPr>
              <a:t>使用嵌套定义结构体并访问</a:t>
            </a:r>
          </a:p>
        </p:txBody>
      </p:sp>
      <p:pic>
        <p:nvPicPr>
          <p:cNvPr id="4" name="图片 3" descr="文本&#10;&#10;AI 生成的内容可能不正确。">
            <a:hlinkClick r:id="rId5" action="ppaction://hlinkfile"/>
            <a:extLst>
              <a:ext uri="{FF2B5EF4-FFF2-40B4-BE49-F238E27FC236}">
                <a16:creationId xmlns:a16="http://schemas.microsoft.com/office/drawing/2014/main" id="{20018FC4-C901-0730-EE4F-03DE58E110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630" y="1470086"/>
            <a:ext cx="4784270" cy="4080043"/>
          </a:xfrm>
          <a:prstGeom prst="rect">
            <a:avLst/>
          </a:prstGeom>
          <a:effectLst>
            <a:outerShdw blurRad="50800" dist="38100" dir="2700000" sx="102000" sy="102000" algn="tl" rotWithShape="0">
              <a:prstClr val="black">
                <a:alpha val="71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" val="{&quot;Label&quot;:&quot;1&quot;,&quot;ContentProducer&quot;:&quot;\u6210\u90fd\u827e\u65af\u83b1\u5fb7\u7f51\u7edc\u79d1\u6280\u6709\u9650\u516c\u53f8&quot;,&quot;ProduceID&quot;:&quot;2bf4e985099f229e0823bab5f52a7007&quot;,&quot;ReservedCode1&quot;:&quot;c24cfb5b5878b46f994e590d33db5efe231e6d4a1b503d708928d0fdd6027987&quot;,&quot;ContentPropagator&quot;:&quot;\u6210\u90fd\u827e\u65af\u83b1\u5fb7\u7f51\u7edc\u79d1\u6280\u6709\u9650\u516c\u53f8&quot;,&quot;PropagateID&quot;:&quot;2bf4e985099f229e0823bab5f52a7007&quot;,&quot;ReservedCode2&quot;:&quot;c24cfb5b5878b46f994e590d33db5efe231e6d4a1b503d708928d0fdd6027987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773588a-086e-4a1e-a9a8-557c7e2be41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5f8c1633-75fe-4b4a-81ae-fcf08b0dcd4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bc441954-5502-4bf5-ad58-7e6e78906d8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035f5c37-71ed-4921-a924-349373122c6b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653B2"/>
      </a:accent1>
      <a:accent2>
        <a:srgbClr val="9B5BF4"/>
      </a:accent2>
      <a:accent3>
        <a:srgbClr val="365FB2"/>
      </a:accent3>
      <a:accent4>
        <a:srgbClr val="366BB2"/>
      </a:accent4>
      <a:accent5>
        <a:srgbClr val="3676B2"/>
      </a:accent5>
      <a:accent6>
        <a:srgbClr val="5990B2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241</TotalTime>
  <Words>663</Words>
  <Application>Microsoft Office PowerPoint</Application>
  <PresentationFormat>宽屏</PresentationFormat>
  <Paragraphs>50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Glow Sans J Extended ExtraBold</vt:lpstr>
      <vt:lpstr>Glow Sans J Extended Heavy</vt:lpstr>
      <vt:lpstr>quote-cjk-patch</vt:lpstr>
      <vt:lpstr>Arial</vt:lpstr>
      <vt:lpstr>Designed by iSlide</vt:lpstr>
      <vt:lpstr>结构体成员访问与嵌套访问</vt:lpstr>
      <vt:lpstr>结构体指针访问成员</vt:lpstr>
      <vt:lpstr>运算符优先级影响</vt:lpstr>
      <vt:lpstr>访问嵌套结构内部成员</vt:lpstr>
      <vt:lpstr>设计两类结构体并测试</vt:lpstr>
      <vt:lpstr>谢谢观看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Mika Misono</cp:lastModifiedBy>
  <cp:revision>49</cp:revision>
  <cp:lastPrinted>2025-03-03T16:00:00Z</cp:lastPrinted>
  <dcterms:created xsi:type="dcterms:W3CDTF">2025-03-03T16:00:00Z</dcterms:created>
  <dcterms:modified xsi:type="dcterms:W3CDTF">2026-01-05T17:52:03Z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a10586b7-38e4-45fd-a864-6484eb680acd</vt:lpwstr>
  </property>
</Properties>
</file>